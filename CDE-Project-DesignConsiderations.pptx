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809" r:id="rId5"/>
    <p:sldId id="814" r:id="rId6"/>
    <p:sldId id="812" r:id="rId7"/>
    <p:sldId id="815" r:id="rId8"/>
    <p:sldId id="816" r:id="rId9"/>
    <p:sldId id="68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ridul, Srividya (Cognizant)" initials="MS(" lastIdx="1" clrIdx="0">
    <p:extLst>
      <p:ext uri="{19B8F6BF-5375-455C-9EA6-DF929625EA0E}">
        <p15:presenceInfo xmlns:p15="http://schemas.microsoft.com/office/powerpoint/2012/main" userId="S-1-5-21-1178368992-402679808-390482200-798368" providerId="AD"/>
      </p:ext>
    </p:extLst>
  </p:cmAuthor>
  <p:cmAuthor id="2" name="Venugopal, Aswathy (Cognizant)" initials="VA(" lastIdx="1" clrIdx="1">
    <p:extLst>
      <p:ext uri="{19B8F6BF-5375-455C-9EA6-DF929625EA0E}">
        <p15:presenceInfo xmlns:p15="http://schemas.microsoft.com/office/powerpoint/2012/main" userId="S-1-5-21-1178368992-402679808-390482200-461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B746"/>
    <a:srgbClr val="861089"/>
    <a:srgbClr val="F1740D"/>
    <a:srgbClr val="FB8F02"/>
    <a:srgbClr val="C800A1"/>
    <a:srgbClr val="73A0FF"/>
    <a:srgbClr val="0033A0"/>
    <a:srgbClr val="008530"/>
    <a:srgbClr val="AC008B"/>
    <a:srgbClr val="FFBF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02406-3FC8-43F2-9460-B949D7B92730}" v="2" dt="2019-10-14T10:29:46.479"/>
    <p1510:client id="{1F58C3D3-356C-49EB-ADBE-62AB22DE3212}" v="6" dt="2019-10-14T10:00:38.625"/>
    <p1510:client id="{26E5F7C3-007F-41B8-8712-68015B9F7AD6}" v="45" dt="2019-10-14T10:48:09.196"/>
    <p1510:client id="{30284C28-73DA-4F3A-AC0F-2E206AFC38F8}" v="28" dt="2019-10-15T03:14:11.230"/>
    <p1510:client id="{451348E9-900F-413D-85A1-D80CCEF20B3F}" v="42" dt="2019-10-15T11:42:20.576"/>
    <p1510:client id="{5E602C8D-E544-8C17-EEBA-3581175793C4}" v="2" dt="2019-10-16T04:11:12.381"/>
    <p1510:client id="{7333E693-1558-4ADF-96C2-FD2DBBA69BB2}" v="25" dt="2019-10-15T05:59:25.257"/>
    <p1510:client id="{99C2CA74-805F-0721-FFE7-316BCDA4B572}" v="358" dt="2019-10-16T04:07:35.757"/>
    <p1510:client id="{ACA8A001-590A-42B6-ADB4-84E68C9FFBAF}" v="2914" dt="2019-10-14T15:14:06.883"/>
    <p1510:client id="{D2268CDB-0E29-40B3-BDC9-12D725DA8035}" v="1" dt="2019-10-14T10:49:00.886"/>
    <p1510:client id="{D6267AB1-C453-4E3A-AF95-31319C515AC0}" v="4" dt="2019-10-14T10:25:18.482"/>
    <p1510:client id="{DFE9B304-75C6-4D83-83B1-DB46D42B2C24}" v="36" dt="2019-10-14T13:02:22.200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343" autoAdjust="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38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8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83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, Aruna Devi (Cognizant)" userId="S::145865@cognizant.com::b985271c-d48e-4393-b08b-b86138af203d" providerId="AD" clId="Web-{7333E693-1558-4ADF-96C2-FD2DBBA69BB2}"/>
    <pc:docChg chg="addSld modSld">
      <pc:chgData name="B, Aruna Devi (Cognizant)" userId="S::145865@cognizant.com::b985271c-d48e-4393-b08b-b86138af203d" providerId="AD" clId="Web-{7333E693-1558-4ADF-96C2-FD2DBBA69BB2}" dt="2019-10-15T05:59:25.257" v="23" actId="20577"/>
      <pc:docMkLst>
        <pc:docMk/>
      </pc:docMkLst>
      <pc:sldChg chg="modSp new">
        <pc:chgData name="B, Aruna Devi (Cognizant)" userId="S::145865@cognizant.com::b985271c-d48e-4393-b08b-b86138af203d" providerId="AD" clId="Web-{7333E693-1558-4ADF-96C2-FD2DBBA69BB2}" dt="2019-10-15T05:59:25.257" v="22" actId="20577"/>
        <pc:sldMkLst>
          <pc:docMk/>
          <pc:sldMk cId="4043916081" sldId="651"/>
        </pc:sldMkLst>
        <pc:spChg chg="mod">
          <ac:chgData name="B, Aruna Devi (Cognizant)" userId="S::145865@cognizant.com::b985271c-d48e-4393-b08b-b86138af203d" providerId="AD" clId="Web-{7333E693-1558-4ADF-96C2-FD2DBBA69BB2}" dt="2019-10-15T05:58:35.601" v="1" actId="20577"/>
          <ac:spMkLst>
            <pc:docMk/>
            <pc:sldMk cId="4043916081" sldId="651"/>
            <ac:spMk id="2" creationId="{17A17C87-4923-4EBB-92DF-701DB6C41955}"/>
          </ac:spMkLst>
        </pc:spChg>
        <pc:spChg chg="mod">
          <ac:chgData name="B, Aruna Devi (Cognizant)" userId="S::145865@cognizant.com::b985271c-d48e-4393-b08b-b86138af203d" providerId="AD" clId="Web-{7333E693-1558-4ADF-96C2-FD2DBBA69BB2}" dt="2019-10-15T05:59:25.257" v="22" actId="20577"/>
          <ac:spMkLst>
            <pc:docMk/>
            <pc:sldMk cId="4043916081" sldId="651"/>
            <ac:spMk id="3" creationId="{32A6526A-6DD5-469A-831A-A4621743C6BC}"/>
          </ac:spMkLst>
        </pc:spChg>
      </pc:sldChg>
    </pc:docChg>
  </pc:docChgLst>
  <pc:docChgLst>
    <pc:chgData name="Ilangovan, Shyamala Lakshmi (Cognizant)" userId="S::206604@cognizant.com::706eb8e7-0131-457e-a3a2-3f7b318a35b8" providerId="AD" clId="Web-{5E602C8D-E544-8C17-EEBA-3581175793C4}"/>
    <pc:docChg chg="modSld">
      <pc:chgData name="Ilangovan, Shyamala Lakshmi (Cognizant)" userId="S::206604@cognizant.com::706eb8e7-0131-457e-a3a2-3f7b318a35b8" providerId="AD" clId="Web-{5E602C8D-E544-8C17-EEBA-3581175793C4}" dt="2019-10-16T04:11:12.381" v="1" actId="1076"/>
      <pc:docMkLst>
        <pc:docMk/>
      </pc:docMkLst>
      <pc:sldChg chg="modSp">
        <pc:chgData name="Ilangovan, Shyamala Lakshmi (Cognizant)" userId="S::206604@cognizant.com::706eb8e7-0131-457e-a3a2-3f7b318a35b8" providerId="AD" clId="Web-{5E602C8D-E544-8C17-EEBA-3581175793C4}" dt="2019-10-16T04:11:12.381" v="1" actId="1076"/>
        <pc:sldMkLst>
          <pc:docMk/>
          <pc:sldMk cId="1218386046" sldId="655"/>
        </pc:sldMkLst>
        <pc:graphicFrameChg chg="mod modGraphic">
          <ac:chgData name="Ilangovan, Shyamala Lakshmi (Cognizant)" userId="S::206604@cognizant.com::706eb8e7-0131-457e-a3a2-3f7b318a35b8" providerId="AD" clId="Web-{5E602C8D-E544-8C17-EEBA-3581175793C4}" dt="2019-10-16T04:11:12.381" v="1" actId="1076"/>
          <ac:graphicFrameMkLst>
            <pc:docMk/>
            <pc:sldMk cId="1218386046" sldId="655"/>
            <ac:graphicFrameMk id="11" creationId="{00000000-0000-0000-0000-000000000000}"/>
          </ac:graphicFrameMkLst>
        </pc:graphicFrameChg>
      </pc:sldChg>
    </pc:docChg>
  </pc:docChgLst>
  <pc:docChgLst>
    <pc:chgData name="Ilangovan, Shyamala Lakshmi (Cognizant)" userId="S::206604@cognizant.com::706eb8e7-0131-457e-a3a2-3f7b318a35b8" providerId="AD" clId="Web-{1F58C3D3-356C-49EB-ADBE-62AB22DE3212}"/>
    <pc:docChg chg="modSld">
      <pc:chgData name="Ilangovan, Shyamala Lakshmi (Cognizant)" userId="S::206604@cognizant.com::706eb8e7-0131-457e-a3a2-3f7b318a35b8" providerId="AD" clId="Web-{1F58C3D3-356C-49EB-ADBE-62AB22DE3212}" dt="2019-10-14T10:00:38.625" v="5"/>
      <pc:docMkLst>
        <pc:docMk/>
      </pc:docMkLst>
      <pc:sldChg chg="addSp delSp modSp">
        <pc:chgData name="Ilangovan, Shyamala Lakshmi (Cognizant)" userId="S::206604@cognizant.com::706eb8e7-0131-457e-a3a2-3f7b318a35b8" providerId="AD" clId="Web-{1F58C3D3-356C-49EB-ADBE-62AB22DE3212}" dt="2019-10-14T10:00:38.625" v="5"/>
        <pc:sldMkLst>
          <pc:docMk/>
          <pc:sldMk cId="1083255639" sldId="617"/>
        </pc:sldMkLst>
        <pc:picChg chg="add del mod">
          <ac:chgData name="Ilangovan, Shyamala Lakshmi (Cognizant)" userId="S::206604@cognizant.com::706eb8e7-0131-457e-a3a2-3f7b318a35b8" providerId="AD" clId="Web-{1F58C3D3-356C-49EB-ADBE-62AB22DE3212}" dt="2019-10-14T10:00:38.625" v="5"/>
          <ac:picMkLst>
            <pc:docMk/>
            <pc:sldMk cId="1083255639" sldId="617"/>
            <ac:picMk id="4" creationId="{90E8B98F-FB25-4390-87A8-978372A5050A}"/>
          </ac:picMkLst>
        </pc:picChg>
      </pc:sldChg>
      <pc:sldChg chg="addSp delSp modSp">
        <pc:chgData name="Ilangovan, Shyamala Lakshmi (Cognizant)" userId="S::206604@cognizant.com::706eb8e7-0131-457e-a3a2-3f7b318a35b8" providerId="AD" clId="Web-{1F58C3D3-356C-49EB-ADBE-62AB22DE3212}" dt="2019-10-14T10:00:12.281" v="3"/>
        <pc:sldMkLst>
          <pc:docMk/>
          <pc:sldMk cId="3118384854" sldId="618"/>
        </pc:sldMkLst>
        <pc:spChg chg="del">
          <ac:chgData name="Ilangovan, Shyamala Lakshmi (Cognizant)" userId="S::206604@cognizant.com::706eb8e7-0131-457e-a3a2-3f7b318a35b8" providerId="AD" clId="Web-{1F58C3D3-356C-49EB-ADBE-62AB22DE3212}" dt="2019-10-14T10:00:06.093" v="0"/>
          <ac:spMkLst>
            <pc:docMk/>
            <pc:sldMk cId="3118384854" sldId="618"/>
            <ac:spMk id="2" creationId="{00000000-0000-0000-0000-000000000000}"/>
          </ac:spMkLst>
        </pc:spChg>
        <pc:spChg chg="add mod">
          <ac:chgData name="Ilangovan, Shyamala Lakshmi (Cognizant)" userId="S::206604@cognizant.com::706eb8e7-0131-457e-a3a2-3f7b318a35b8" providerId="AD" clId="Web-{1F58C3D3-356C-49EB-ADBE-62AB22DE3212}" dt="2019-10-14T10:00:12.281" v="3"/>
          <ac:spMkLst>
            <pc:docMk/>
            <pc:sldMk cId="3118384854" sldId="618"/>
            <ac:spMk id="10" creationId="{817E0D66-C0F6-464D-80E8-68D9EF141216}"/>
          </ac:spMkLst>
        </pc:spChg>
        <pc:picChg chg="add del mod ord">
          <ac:chgData name="Ilangovan, Shyamala Lakshmi (Cognizant)" userId="S::206604@cognizant.com::706eb8e7-0131-457e-a3a2-3f7b318a35b8" providerId="AD" clId="Web-{1F58C3D3-356C-49EB-ADBE-62AB22DE3212}" dt="2019-10-14T10:00:12.281" v="3"/>
          <ac:picMkLst>
            <pc:docMk/>
            <pc:sldMk cId="3118384854" sldId="618"/>
            <ac:picMk id="3" creationId="{F5613B49-AC2E-4EAF-9689-AD57CB2332D2}"/>
          </ac:picMkLst>
        </pc:picChg>
      </pc:sldChg>
    </pc:docChg>
  </pc:docChgLst>
  <pc:docChgLst>
    <pc:chgData name="CP, Ramesh (Cognizant)" userId="S::161646@cognizant.com::5aa31c10-bafc-40f8-8992-5fb874827720" providerId="AD" clId="Web-{30284C28-73DA-4F3A-AC0F-2E206AFC38F8}"/>
    <pc:docChg chg="modSld">
      <pc:chgData name="CP, Ramesh (Cognizant)" userId="S::161646@cognizant.com::5aa31c10-bafc-40f8-8992-5fb874827720" providerId="AD" clId="Web-{30284C28-73DA-4F3A-AC0F-2E206AFC38F8}" dt="2019-10-15T03:14:10.683" v="26" actId="20577"/>
      <pc:docMkLst>
        <pc:docMk/>
      </pc:docMkLst>
      <pc:sldChg chg="modSp">
        <pc:chgData name="CP, Ramesh (Cognizant)" userId="S::161646@cognizant.com::5aa31c10-bafc-40f8-8992-5fb874827720" providerId="AD" clId="Web-{30284C28-73DA-4F3A-AC0F-2E206AFC38F8}" dt="2019-10-15T03:14:09.637" v="24" actId="20577"/>
        <pc:sldMkLst>
          <pc:docMk/>
          <pc:sldMk cId="2685667151" sldId="620"/>
        </pc:sldMkLst>
        <pc:spChg chg="mod">
          <ac:chgData name="CP, Ramesh (Cognizant)" userId="S::161646@cognizant.com::5aa31c10-bafc-40f8-8992-5fb874827720" providerId="AD" clId="Web-{30284C28-73DA-4F3A-AC0F-2E206AFC38F8}" dt="2019-10-15T03:14:09.637" v="24" actId="20577"/>
          <ac:spMkLst>
            <pc:docMk/>
            <pc:sldMk cId="2685667151" sldId="620"/>
            <ac:spMk id="8" creationId="{00000000-0000-0000-0000-000000000000}"/>
          </ac:spMkLst>
        </pc:spChg>
      </pc:sldChg>
    </pc:docChg>
  </pc:docChgLst>
  <pc:docChgLst>
    <pc:chgData name="B, Aruna Devi (Cognizant)" userId="S::145865@cognizant.com::b985271c-d48e-4393-b08b-b86138af203d" providerId="AD" clId="Web-{ACA8A001-590A-42B6-ADB4-84E68C9FFBAF}"/>
    <pc:docChg chg="addSld delSld modSld">
      <pc:chgData name="B, Aruna Devi (Cognizant)" userId="S::145865@cognizant.com::b985271c-d48e-4393-b08b-b86138af203d" providerId="AD" clId="Web-{ACA8A001-590A-42B6-ADB4-84E68C9FFBAF}" dt="2019-10-14T15:14:06.883" v="2740" actId="20577"/>
      <pc:docMkLst>
        <pc:docMk/>
      </pc:docMkLst>
      <pc:sldChg chg="delSp modSp del">
        <pc:chgData name="B, Aruna Devi (Cognizant)" userId="S::145865@cognizant.com::b985271c-d48e-4393-b08b-b86138af203d" providerId="AD" clId="Web-{ACA8A001-590A-42B6-ADB4-84E68C9FFBAF}" dt="2019-10-14T15:12:34.758" v="2693"/>
        <pc:sldMkLst>
          <pc:docMk/>
          <pc:sldMk cId="863952362" sldId="619"/>
        </pc:sldMkLst>
        <pc:spChg chg="mod">
          <ac:chgData name="B, Aruna Devi (Cognizant)" userId="S::145865@cognizant.com::b985271c-d48e-4393-b08b-b86138af203d" providerId="AD" clId="Web-{ACA8A001-590A-42B6-ADB4-84E68C9FFBAF}" dt="2019-10-14T15:12:28.148" v="2690" actId="20577"/>
          <ac:spMkLst>
            <pc:docMk/>
            <pc:sldMk cId="863952362" sldId="619"/>
            <ac:spMk id="2" creationId="{00000000-0000-0000-0000-000000000000}"/>
          </ac:spMkLst>
        </pc:spChg>
        <pc:spChg chg="mod">
          <ac:chgData name="B, Aruna Devi (Cognizant)" userId="S::145865@cognizant.com::b985271c-d48e-4393-b08b-b86138af203d" providerId="AD" clId="Web-{ACA8A001-590A-42B6-ADB4-84E68C9FFBAF}" dt="2019-10-14T15:10:49.883" v="2461" actId="20577"/>
          <ac:spMkLst>
            <pc:docMk/>
            <pc:sldMk cId="863952362" sldId="619"/>
            <ac:spMk id="4" creationId="{00000000-0000-0000-0000-000000000000}"/>
          </ac:spMkLst>
        </pc:spChg>
        <pc:spChg chg="del">
          <ac:chgData name="B, Aruna Devi (Cognizant)" userId="S::145865@cognizant.com::b985271c-d48e-4393-b08b-b86138af203d" providerId="AD" clId="Web-{ACA8A001-590A-42B6-ADB4-84E68C9FFBAF}" dt="2019-10-14T15:10:52.679" v="2464"/>
          <ac:spMkLst>
            <pc:docMk/>
            <pc:sldMk cId="863952362" sldId="619"/>
            <ac:spMk id="7" creationId="{00000000-0000-0000-0000-000000000000}"/>
          </ac:spMkLst>
        </pc:spChg>
      </pc:sldChg>
      <pc:sldChg chg="addSp delSp modSp new">
        <pc:chgData name="B, Aruna Devi (Cognizant)" userId="S::145865@cognizant.com::b985271c-d48e-4393-b08b-b86138af203d" providerId="AD" clId="Web-{ACA8A001-590A-42B6-ADB4-84E68C9FFBAF}" dt="2019-10-14T13:57:50.629" v="36" actId="1076"/>
        <pc:sldMkLst>
          <pc:docMk/>
          <pc:sldMk cId="3188802089" sldId="641"/>
        </pc:sldMkLst>
        <pc:spChg chg="mod">
          <ac:chgData name="B, Aruna Devi (Cognizant)" userId="S::145865@cognizant.com::b985271c-d48e-4393-b08b-b86138af203d" providerId="AD" clId="Web-{ACA8A001-590A-42B6-ADB4-84E68C9FFBAF}" dt="2019-10-14T13:54:52.705" v="10" actId="20577"/>
          <ac:spMkLst>
            <pc:docMk/>
            <pc:sldMk cId="3188802089" sldId="641"/>
            <ac:spMk id="2" creationId="{992E18BF-2794-40DA-A110-055B31B3436C}"/>
          </ac:spMkLst>
        </pc:spChg>
        <pc:spChg chg="add del">
          <ac:chgData name="B, Aruna Devi (Cognizant)" userId="S::145865@cognizant.com::b985271c-d48e-4393-b08b-b86138af203d" providerId="AD" clId="Web-{ACA8A001-590A-42B6-ADB4-84E68C9FFBAF}" dt="2019-10-14T13:54:32.596" v="3"/>
          <ac:spMkLst>
            <pc:docMk/>
            <pc:sldMk cId="3188802089" sldId="641"/>
            <ac:spMk id="3" creationId="{291677AD-64B1-4EBE-A6A8-6F643E7E14D8}"/>
          </ac:spMkLst>
        </pc:spChg>
        <pc:picChg chg="add del mod ord">
          <ac:chgData name="B, Aruna Devi (Cognizant)" userId="S::145865@cognizant.com::b985271c-d48e-4393-b08b-b86138af203d" providerId="AD" clId="Web-{ACA8A001-590A-42B6-ADB4-84E68C9FFBAF}" dt="2019-10-14T13:54:27.549" v="2"/>
          <ac:picMkLst>
            <pc:docMk/>
            <pc:sldMk cId="3188802089" sldId="641"/>
            <ac:picMk id="6" creationId="{E7556B78-CBF6-4F3E-8154-BE0A855DB94E}"/>
          </ac:picMkLst>
        </pc:picChg>
        <pc:picChg chg="add mod ord">
          <ac:chgData name="B, Aruna Devi (Cognizant)" userId="S::145865@cognizant.com::b985271c-d48e-4393-b08b-b86138af203d" providerId="AD" clId="Web-{ACA8A001-590A-42B6-ADB4-84E68C9FFBAF}" dt="2019-10-14T13:57:50.629" v="36" actId="1076"/>
          <ac:picMkLst>
            <pc:docMk/>
            <pc:sldMk cId="3188802089" sldId="641"/>
            <ac:picMk id="8" creationId="{292D9000-BDBA-4E54-A970-D9E03A59F98F}"/>
          </ac:picMkLst>
        </pc:picChg>
      </pc:sldChg>
      <pc:sldChg chg="addSp delSp modSp new">
        <pc:chgData name="B, Aruna Devi (Cognizant)" userId="S::145865@cognizant.com::b985271c-d48e-4393-b08b-b86138af203d" providerId="AD" clId="Web-{ACA8A001-590A-42B6-ADB4-84E68C9FFBAF}" dt="2019-10-14T13:57:38.722" v="34" actId="1076"/>
        <pc:sldMkLst>
          <pc:docMk/>
          <pc:sldMk cId="3376823793" sldId="642"/>
        </pc:sldMkLst>
        <pc:spChg chg="mod">
          <ac:chgData name="B, Aruna Devi (Cognizant)" userId="S::145865@cognizant.com::b985271c-d48e-4393-b08b-b86138af203d" providerId="AD" clId="Web-{ACA8A001-590A-42B6-ADB4-84E68C9FFBAF}" dt="2019-10-14T13:55:09.752" v="15" actId="20577"/>
          <ac:spMkLst>
            <pc:docMk/>
            <pc:sldMk cId="3376823793" sldId="642"/>
            <ac:spMk id="2" creationId="{F1C683FF-AA1B-46C3-9473-B3832C59ACDF}"/>
          </ac:spMkLst>
        </pc:spChg>
        <pc:spChg chg="del">
          <ac:chgData name="B, Aruna Devi (Cognizant)" userId="S::145865@cognizant.com::b985271c-d48e-4393-b08b-b86138af203d" providerId="AD" clId="Web-{ACA8A001-590A-42B6-ADB4-84E68C9FFBAF}" dt="2019-10-14T13:55:13.674" v="17"/>
          <ac:spMkLst>
            <pc:docMk/>
            <pc:sldMk cId="3376823793" sldId="642"/>
            <ac:spMk id="3" creationId="{45AFBFA1-8E66-4A93-A1C8-BC54A5734C0F}"/>
          </ac:spMkLst>
        </pc:spChg>
        <pc:picChg chg="add mod ord">
          <ac:chgData name="B, Aruna Devi (Cognizant)" userId="S::145865@cognizant.com::b985271c-d48e-4393-b08b-b86138af203d" providerId="AD" clId="Web-{ACA8A001-590A-42B6-ADB4-84E68C9FFBAF}" dt="2019-10-14T13:57:38.722" v="34" actId="1076"/>
          <ac:picMkLst>
            <pc:docMk/>
            <pc:sldMk cId="3376823793" sldId="642"/>
            <ac:picMk id="6" creationId="{3729CA46-B3A0-4212-BEB5-67AA8D58318F}"/>
          </ac:picMkLst>
        </pc:picChg>
      </pc:sldChg>
      <pc:sldChg chg="addSp delSp modSp new">
        <pc:chgData name="B, Aruna Devi (Cognizant)" userId="S::145865@cognizant.com::b985271c-d48e-4393-b08b-b86138af203d" providerId="AD" clId="Web-{ACA8A001-590A-42B6-ADB4-84E68C9FFBAF}" dt="2019-10-14T13:57:42.785" v="35" actId="1076"/>
        <pc:sldMkLst>
          <pc:docMk/>
          <pc:sldMk cId="2222841503" sldId="643"/>
        </pc:sldMkLst>
        <pc:spChg chg="mod">
          <ac:chgData name="B, Aruna Devi (Cognizant)" userId="S::145865@cognizant.com::b985271c-d48e-4393-b08b-b86138af203d" providerId="AD" clId="Web-{ACA8A001-590A-42B6-ADB4-84E68C9FFBAF}" dt="2019-10-14T13:55:59.878" v="22" actId="20577"/>
          <ac:spMkLst>
            <pc:docMk/>
            <pc:sldMk cId="2222841503" sldId="643"/>
            <ac:spMk id="2" creationId="{72328C2E-F0CA-407A-9F03-C4AC8168C610}"/>
          </ac:spMkLst>
        </pc:spChg>
        <pc:spChg chg="del">
          <ac:chgData name="B, Aruna Devi (Cognizant)" userId="S::145865@cognizant.com::b985271c-d48e-4393-b08b-b86138af203d" providerId="AD" clId="Web-{ACA8A001-590A-42B6-ADB4-84E68C9FFBAF}" dt="2019-10-14T13:56:04.175" v="25"/>
          <ac:spMkLst>
            <pc:docMk/>
            <pc:sldMk cId="2222841503" sldId="643"/>
            <ac:spMk id="3" creationId="{ADB34DEB-BD6F-4D3C-8FFE-4D230F3A38D7}"/>
          </ac:spMkLst>
        </pc:spChg>
        <pc:picChg chg="add mod ord">
          <ac:chgData name="B, Aruna Devi (Cognizant)" userId="S::145865@cognizant.com::b985271c-d48e-4393-b08b-b86138af203d" providerId="AD" clId="Web-{ACA8A001-590A-42B6-ADB4-84E68C9FFBAF}" dt="2019-10-14T13:57:42.785" v="35" actId="1076"/>
          <ac:picMkLst>
            <pc:docMk/>
            <pc:sldMk cId="2222841503" sldId="643"/>
            <ac:picMk id="6" creationId="{1DAEE466-8B9C-4E60-B2A7-BB615DA85DE6}"/>
          </ac:picMkLst>
        </pc:picChg>
      </pc:sldChg>
      <pc:sldChg chg="addSp delSp modSp new">
        <pc:chgData name="B, Aruna Devi (Cognizant)" userId="S::145865@cognizant.com::b985271c-d48e-4393-b08b-b86138af203d" providerId="AD" clId="Web-{ACA8A001-590A-42B6-ADB4-84E68C9FFBAF}" dt="2019-10-14T14:24:13.416" v="1130" actId="20577"/>
        <pc:sldMkLst>
          <pc:docMk/>
          <pc:sldMk cId="1418698599" sldId="644"/>
        </pc:sldMkLst>
        <pc:spChg chg="mod">
          <ac:chgData name="B, Aruna Devi (Cognizant)" userId="S::145865@cognizant.com::b985271c-d48e-4393-b08b-b86138af203d" providerId="AD" clId="Web-{ACA8A001-590A-42B6-ADB4-84E68C9FFBAF}" dt="2019-10-14T14:24:13.416" v="1130" actId="20577"/>
          <ac:spMkLst>
            <pc:docMk/>
            <pc:sldMk cId="1418698599" sldId="644"/>
            <ac:spMk id="2" creationId="{AB97519C-9A3A-4414-ADD6-17EFE0043E03}"/>
          </ac:spMkLst>
        </pc:spChg>
        <pc:spChg chg="del">
          <ac:chgData name="B, Aruna Devi (Cognizant)" userId="S::145865@cognizant.com::b985271c-d48e-4393-b08b-b86138af203d" providerId="AD" clId="Web-{ACA8A001-590A-42B6-ADB4-84E68C9FFBAF}" dt="2019-10-14T14:19:22.969" v="117"/>
          <ac:spMkLst>
            <pc:docMk/>
            <pc:sldMk cId="1418698599" sldId="644"/>
            <ac:spMk id="3" creationId="{5AF580F7-DBE5-40D8-A4F4-5DAF7B1128DC}"/>
          </ac:spMkLst>
        </pc:spChg>
        <pc:graphicFrameChg chg="add mod modGraphic">
          <ac:chgData name="B, Aruna Devi (Cognizant)" userId="S::145865@cognizant.com::b985271c-d48e-4393-b08b-b86138af203d" providerId="AD" clId="Web-{ACA8A001-590A-42B6-ADB4-84E68C9FFBAF}" dt="2019-10-14T14:23:24.837" v="1117"/>
          <ac:graphicFrameMkLst>
            <pc:docMk/>
            <pc:sldMk cId="1418698599" sldId="644"/>
            <ac:graphicFrameMk id="7" creationId="{9BAD76A0-8A5E-49EE-BE4B-A273D36BF434}"/>
          </ac:graphicFrameMkLst>
        </pc:graphicFrameChg>
      </pc:sldChg>
      <pc:sldChg chg="addSp delSp modSp new">
        <pc:chgData name="B, Aruna Devi (Cognizant)" userId="S::145865@cognizant.com::b985271c-d48e-4393-b08b-b86138af203d" providerId="AD" clId="Web-{ACA8A001-590A-42B6-ADB4-84E68C9FFBAF}" dt="2019-10-14T14:27:10.704" v="1667"/>
        <pc:sldMkLst>
          <pc:docMk/>
          <pc:sldMk cId="1777620610" sldId="645"/>
        </pc:sldMkLst>
        <pc:spChg chg="mod">
          <ac:chgData name="B, Aruna Devi (Cognizant)" userId="S::145865@cognizant.com::b985271c-d48e-4393-b08b-b86138af203d" providerId="AD" clId="Web-{ACA8A001-590A-42B6-ADB4-84E68C9FFBAF}" dt="2019-10-14T14:24:31.150" v="1137" actId="20577"/>
          <ac:spMkLst>
            <pc:docMk/>
            <pc:sldMk cId="1777620610" sldId="645"/>
            <ac:spMk id="2" creationId="{0E20601E-2D64-4A06-BDEB-7F73DA01D649}"/>
          </ac:spMkLst>
        </pc:spChg>
        <pc:spChg chg="del">
          <ac:chgData name="B, Aruna Devi (Cognizant)" userId="S::145865@cognizant.com::b985271c-d48e-4393-b08b-b86138af203d" providerId="AD" clId="Web-{ACA8A001-590A-42B6-ADB4-84E68C9FFBAF}" dt="2019-10-14T14:24:57.718" v="1140"/>
          <ac:spMkLst>
            <pc:docMk/>
            <pc:sldMk cId="1777620610" sldId="645"/>
            <ac:spMk id="3" creationId="{004CF943-22D5-4241-AC42-1D24900E677E}"/>
          </ac:spMkLst>
        </pc:spChg>
        <pc:graphicFrameChg chg="add mod ord modGraphic">
          <ac:chgData name="B, Aruna Devi (Cognizant)" userId="S::145865@cognizant.com::b985271c-d48e-4393-b08b-b86138af203d" providerId="AD" clId="Web-{ACA8A001-590A-42B6-ADB4-84E68C9FFBAF}" dt="2019-10-14T14:27:10.704" v="1667"/>
          <ac:graphicFrameMkLst>
            <pc:docMk/>
            <pc:sldMk cId="1777620610" sldId="645"/>
            <ac:graphicFrameMk id="7" creationId="{6C69AA4C-118E-4B59-8D2A-850FE913C8FA}"/>
          </ac:graphicFrameMkLst>
        </pc:graphicFrameChg>
      </pc:sldChg>
      <pc:sldChg chg="addSp delSp modSp new">
        <pc:chgData name="B, Aruna Devi (Cognizant)" userId="S::145865@cognizant.com::b985271c-d48e-4393-b08b-b86138af203d" providerId="AD" clId="Web-{ACA8A001-590A-42B6-ADB4-84E68C9FFBAF}" dt="2019-10-14T14:28:28.054" v="2293" actId="20577"/>
        <pc:sldMkLst>
          <pc:docMk/>
          <pc:sldMk cId="3776166686" sldId="646"/>
        </pc:sldMkLst>
        <pc:spChg chg="mod">
          <ac:chgData name="B, Aruna Devi (Cognizant)" userId="S::145865@cognizant.com::b985271c-d48e-4393-b08b-b86138af203d" providerId="AD" clId="Web-{ACA8A001-590A-42B6-ADB4-84E68C9FFBAF}" dt="2019-10-14T14:28:28.054" v="2293" actId="20577"/>
          <ac:spMkLst>
            <pc:docMk/>
            <pc:sldMk cId="3776166686" sldId="646"/>
            <ac:spMk id="2" creationId="{2D603A9A-656B-4A33-86F7-063FAE9ECEC4}"/>
          </ac:spMkLst>
        </pc:spChg>
        <pc:spChg chg="del">
          <ac:chgData name="B, Aruna Devi (Cognizant)" userId="S::145865@cognizant.com::b985271c-d48e-4393-b08b-b86138af203d" providerId="AD" clId="Web-{ACA8A001-590A-42B6-ADB4-84E68C9FFBAF}" dt="2019-10-14T14:27:33.719" v="1669"/>
          <ac:spMkLst>
            <pc:docMk/>
            <pc:sldMk cId="3776166686" sldId="646"/>
            <ac:spMk id="3" creationId="{8E9EF5C4-4649-44FA-AD3C-19CD7F01A8B5}"/>
          </ac:spMkLst>
        </pc:spChg>
        <pc:graphicFrameChg chg="add mod ord modGraphic">
          <ac:chgData name="B, Aruna Devi (Cognizant)" userId="S::145865@cognizant.com::b985271c-d48e-4393-b08b-b86138af203d" providerId="AD" clId="Web-{ACA8A001-590A-42B6-ADB4-84E68C9FFBAF}" dt="2019-10-14T14:28:22.007" v="2290"/>
          <ac:graphicFrameMkLst>
            <pc:docMk/>
            <pc:sldMk cId="3776166686" sldId="646"/>
            <ac:graphicFrameMk id="7" creationId="{67F821E1-9B7F-42DB-AF02-87A9C4E274B5}"/>
          </ac:graphicFrameMkLst>
        </pc:graphicFrameChg>
      </pc:sldChg>
      <pc:sldChg chg="addSp delSp modSp new">
        <pc:chgData name="B, Aruna Devi (Cognizant)" userId="S::145865@cognizant.com::b985271c-d48e-4393-b08b-b86138af203d" providerId="AD" clId="Web-{ACA8A001-590A-42B6-ADB4-84E68C9FFBAF}" dt="2019-10-14T15:13:38.601" v="2738" actId="20577"/>
        <pc:sldMkLst>
          <pc:docMk/>
          <pc:sldMk cId="1450814263" sldId="647"/>
        </pc:sldMkLst>
        <pc:spChg chg="mod">
          <ac:chgData name="B, Aruna Devi (Cognizant)" userId="S::145865@cognizant.com::b985271c-d48e-4393-b08b-b86138af203d" providerId="AD" clId="Web-{ACA8A001-590A-42B6-ADB4-84E68C9FFBAF}" dt="2019-10-14T14:53:57.482" v="2390" actId="20577"/>
          <ac:spMkLst>
            <pc:docMk/>
            <pc:sldMk cId="1450814263" sldId="647"/>
            <ac:spMk id="2" creationId="{1217BC85-E383-4573-B43E-A5D815E4B566}"/>
          </ac:spMkLst>
        </pc:spChg>
        <pc:spChg chg="del">
          <ac:chgData name="B, Aruna Devi (Cognizant)" userId="S::145865@cognizant.com::b985271c-d48e-4393-b08b-b86138af203d" providerId="AD" clId="Web-{ACA8A001-590A-42B6-ADB4-84E68C9FFBAF}" dt="2019-10-14T14:53:09.732" v="2298"/>
          <ac:spMkLst>
            <pc:docMk/>
            <pc:sldMk cId="1450814263" sldId="647"/>
            <ac:spMk id="3" creationId="{19089A97-502E-4344-8825-F87D60A8DEBB}"/>
          </ac:spMkLst>
        </pc:spChg>
        <pc:spChg chg="add del">
          <ac:chgData name="B, Aruna Devi (Cognizant)" userId="S::145865@cognizant.com::b985271c-d48e-4393-b08b-b86138af203d" providerId="AD" clId="Web-{ACA8A001-590A-42B6-ADB4-84E68C9FFBAF}" dt="2019-10-14T14:55:59.545" v="2439"/>
          <ac:spMkLst>
            <pc:docMk/>
            <pc:sldMk cId="1450814263" sldId="647"/>
            <ac:spMk id="10" creationId="{78AE6950-582B-4036-BA41-41D797D6BD9C}"/>
          </ac:spMkLst>
        </pc:spChg>
        <pc:spChg chg="add mod">
          <ac:chgData name="B, Aruna Devi (Cognizant)" userId="S::145865@cognizant.com::b985271c-d48e-4393-b08b-b86138af203d" providerId="AD" clId="Web-{ACA8A001-590A-42B6-ADB4-84E68C9FFBAF}" dt="2019-10-14T15:13:38.601" v="2738" actId="20577"/>
          <ac:spMkLst>
            <pc:docMk/>
            <pc:sldMk cId="1450814263" sldId="647"/>
            <ac:spMk id="11" creationId="{740B6A04-3255-4463-AF38-77F6DF147016}"/>
          </ac:spMkLst>
        </pc:spChg>
        <pc:spChg chg="add del mod">
          <ac:chgData name="B, Aruna Devi (Cognizant)" userId="S::145865@cognizant.com::b985271c-d48e-4393-b08b-b86138af203d" providerId="AD" clId="Web-{ACA8A001-590A-42B6-ADB4-84E68C9FFBAF}" dt="2019-10-14T15:09:33.689" v="2443"/>
          <ac:spMkLst>
            <pc:docMk/>
            <pc:sldMk cId="1450814263" sldId="647"/>
            <ac:spMk id="13" creationId="{5E33D4D9-2ECB-4203-8A66-91861C922ABC}"/>
          </ac:spMkLst>
        </pc:spChg>
        <pc:picChg chg="add del mod ord">
          <ac:chgData name="B, Aruna Devi (Cognizant)" userId="S::145865@cognizant.com::b985271c-d48e-4393-b08b-b86138af203d" providerId="AD" clId="Web-{ACA8A001-590A-42B6-ADB4-84E68C9FFBAF}" dt="2019-10-14T15:09:32.658" v="2442"/>
          <ac:picMkLst>
            <pc:docMk/>
            <pc:sldMk cId="1450814263" sldId="647"/>
            <ac:picMk id="6" creationId="{300F3141-CE18-4A54-897B-B93B85B34441}"/>
          </ac:picMkLst>
        </pc:picChg>
        <pc:picChg chg="add del mod">
          <ac:chgData name="B, Aruna Devi (Cognizant)" userId="S::145865@cognizant.com::b985271c-d48e-4393-b08b-b86138af203d" providerId="AD" clId="Web-{ACA8A001-590A-42B6-ADB4-84E68C9FFBAF}" dt="2019-10-14T14:54:22.248" v="2397"/>
          <ac:picMkLst>
            <pc:docMk/>
            <pc:sldMk cId="1450814263" sldId="647"/>
            <ac:picMk id="8" creationId="{E6B2C864-8BD9-47FE-843C-A65ADF6E5380}"/>
          </ac:picMkLst>
        </pc:picChg>
        <pc:picChg chg="add mod ord">
          <ac:chgData name="B, Aruna Devi (Cognizant)" userId="S::145865@cognizant.com::b985271c-d48e-4393-b08b-b86138af203d" providerId="AD" clId="Web-{ACA8A001-590A-42B6-ADB4-84E68C9FFBAF}" dt="2019-10-14T15:10:01.142" v="2447" actId="14100"/>
          <ac:picMkLst>
            <pc:docMk/>
            <pc:sldMk cId="1450814263" sldId="647"/>
            <ac:picMk id="14" creationId="{7A3AC9EF-0FB8-4613-8852-4E986F4E2797}"/>
          </ac:picMkLst>
        </pc:picChg>
      </pc:sldChg>
    </pc:docChg>
  </pc:docChgLst>
  <pc:docChgLst>
    <pc:chgData name="Mohseen, Hajira (Cognizant)" userId="S::124715@cognizant.com::3f93ccad-0264-48f1-af05-c8fb25d2c549" providerId="AD" clId="Web-{26E5F7C3-007F-41B8-8712-68015B9F7AD6}"/>
    <pc:docChg chg="modSld">
      <pc:chgData name="Mohseen, Hajira (Cognizant)" userId="S::124715@cognizant.com::3f93ccad-0264-48f1-af05-c8fb25d2c549" providerId="AD" clId="Web-{26E5F7C3-007F-41B8-8712-68015B9F7AD6}" dt="2019-10-14T10:48:09.196" v="41" actId="14100"/>
      <pc:docMkLst>
        <pc:docMk/>
      </pc:docMkLst>
      <pc:sldChg chg="modSp">
        <pc:chgData name="Mohseen, Hajira (Cognizant)" userId="S::124715@cognizant.com::3f93ccad-0264-48f1-af05-c8fb25d2c549" providerId="AD" clId="Web-{26E5F7C3-007F-41B8-8712-68015B9F7AD6}" dt="2019-10-14T10:47:14.712" v="23" actId="20577"/>
        <pc:sldMkLst>
          <pc:docMk/>
          <pc:sldMk cId="3928492065" sldId="612"/>
        </pc:sldMkLst>
        <pc:spChg chg="mod">
          <ac:chgData name="Mohseen, Hajira (Cognizant)" userId="S::124715@cognizant.com::3f93ccad-0264-48f1-af05-c8fb25d2c549" providerId="AD" clId="Web-{26E5F7C3-007F-41B8-8712-68015B9F7AD6}" dt="2019-10-14T10:47:10.181" v="13" actId="20577"/>
          <ac:spMkLst>
            <pc:docMk/>
            <pc:sldMk cId="3928492065" sldId="612"/>
            <ac:spMk id="2" creationId="{00000000-0000-0000-0000-000000000000}"/>
          </ac:spMkLst>
        </pc:spChg>
        <pc:spChg chg="mod">
          <ac:chgData name="Mohseen, Hajira (Cognizant)" userId="S::124715@cognizant.com::3f93ccad-0264-48f1-af05-c8fb25d2c549" providerId="AD" clId="Web-{26E5F7C3-007F-41B8-8712-68015B9F7AD6}" dt="2019-10-14T10:47:14.712" v="23" actId="20577"/>
          <ac:spMkLst>
            <pc:docMk/>
            <pc:sldMk cId="3928492065" sldId="612"/>
            <ac:spMk id="3" creationId="{00000000-0000-0000-0000-000000000000}"/>
          </ac:spMkLst>
        </pc:spChg>
      </pc:sldChg>
      <pc:sldChg chg="addSp delSp modSp">
        <pc:chgData name="Mohseen, Hajira (Cognizant)" userId="S::124715@cognizant.com::3f93ccad-0264-48f1-af05-c8fb25d2c549" providerId="AD" clId="Web-{26E5F7C3-007F-41B8-8712-68015B9F7AD6}" dt="2019-10-14T10:48:09.196" v="41" actId="14100"/>
        <pc:sldMkLst>
          <pc:docMk/>
          <pc:sldMk cId="477567315" sldId="613"/>
        </pc:sldMkLst>
        <pc:spChg chg="mod">
          <ac:chgData name="Mohseen, Hajira (Cognizant)" userId="S::124715@cognizant.com::3f93ccad-0264-48f1-af05-c8fb25d2c549" providerId="AD" clId="Web-{26E5F7C3-007F-41B8-8712-68015B9F7AD6}" dt="2019-10-14T10:48:09.196" v="41" actId="14100"/>
          <ac:spMkLst>
            <pc:docMk/>
            <pc:sldMk cId="477567315" sldId="613"/>
            <ac:spMk id="2" creationId="{00000000-0000-0000-0000-000000000000}"/>
          </ac:spMkLst>
        </pc:spChg>
        <pc:spChg chg="del">
          <ac:chgData name="Mohseen, Hajira (Cognizant)" userId="S::124715@cognizant.com::3f93ccad-0264-48f1-af05-c8fb25d2c549" providerId="AD" clId="Web-{26E5F7C3-007F-41B8-8712-68015B9F7AD6}" dt="2019-10-14T10:48:03.353" v="39"/>
          <ac:spMkLst>
            <pc:docMk/>
            <pc:sldMk cId="477567315" sldId="613"/>
            <ac:spMk id="3" creationId="{00000000-0000-0000-0000-000000000000}"/>
          </ac:spMkLst>
        </pc:spChg>
        <pc:picChg chg="add del mod">
          <ac:chgData name="Mohseen, Hajira (Cognizant)" userId="S::124715@cognizant.com::3f93ccad-0264-48f1-af05-c8fb25d2c549" providerId="AD" clId="Web-{26E5F7C3-007F-41B8-8712-68015B9F7AD6}" dt="2019-10-14T10:47:35.134" v="28"/>
          <ac:picMkLst>
            <pc:docMk/>
            <pc:sldMk cId="477567315" sldId="613"/>
            <ac:picMk id="7" creationId="{11BA6138-61E2-4A3B-AB80-97255330629C}"/>
          </ac:picMkLst>
        </pc:picChg>
      </pc:sldChg>
    </pc:docChg>
  </pc:docChgLst>
  <pc:docChgLst>
    <pc:chgData name="B, Aruna Devi (Cognizant)" userId="S::145865@cognizant.com::b985271c-d48e-4393-b08b-b86138af203d" providerId="AD" clId="Web-{451348E9-900F-413D-85A1-D80CCEF20B3F}"/>
    <pc:docChg chg="modSld">
      <pc:chgData name="B, Aruna Devi (Cognizant)" userId="S::145865@cognizant.com::b985271c-d48e-4393-b08b-b86138af203d" providerId="AD" clId="Web-{451348E9-900F-413D-85A1-D80CCEF20B3F}" dt="2019-10-15T11:42:20.576" v="36" actId="1076"/>
      <pc:docMkLst>
        <pc:docMk/>
      </pc:docMkLst>
      <pc:sldChg chg="addSp delSp modSp">
        <pc:chgData name="B, Aruna Devi (Cognizant)" userId="S::145865@cognizant.com::b985271c-d48e-4393-b08b-b86138af203d" providerId="AD" clId="Web-{451348E9-900F-413D-85A1-D80CCEF20B3F}" dt="2019-10-15T11:40:03.856" v="8" actId="1076"/>
        <pc:sldMkLst>
          <pc:docMk/>
          <pc:sldMk cId="3188802089" sldId="641"/>
        </pc:sldMkLst>
        <pc:spChg chg="add del mod">
          <ac:chgData name="B, Aruna Devi (Cognizant)" userId="S::145865@cognizant.com::b985271c-d48e-4393-b08b-b86138af203d" providerId="AD" clId="Web-{451348E9-900F-413D-85A1-D80CCEF20B3F}" dt="2019-10-15T11:38:26.246" v="1"/>
          <ac:spMkLst>
            <pc:docMk/>
            <pc:sldMk cId="3188802089" sldId="641"/>
            <ac:spMk id="6" creationId="{D0514DFA-E9EF-41A8-892E-1E4E22F4CBE0}"/>
          </ac:spMkLst>
        </pc:spChg>
        <pc:picChg chg="add mod">
          <ac:chgData name="B, Aruna Devi (Cognizant)" userId="S::145865@cognizant.com::b985271c-d48e-4393-b08b-b86138af203d" providerId="AD" clId="Web-{451348E9-900F-413D-85A1-D80CCEF20B3F}" dt="2019-10-15T11:40:03.856" v="8" actId="1076"/>
          <ac:picMkLst>
            <pc:docMk/>
            <pc:sldMk cId="3188802089" sldId="641"/>
            <ac:picMk id="7" creationId="{A3E93945-DB3C-4EB8-B91D-83B85F31E2EF}"/>
          </ac:picMkLst>
        </pc:picChg>
        <pc:picChg chg="del">
          <ac:chgData name="B, Aruna Devi (Cognizant)" userId="S::145865@cognizant.com::b985271c-d48e-4393-b08b-b86138af203d" providerId="AD" clId="Web-{451348E9-900F-413D-85A1-D80CCEF20B3F}" dt="2019-10-15T11:37:51.512" v="0"/>
          <ac:picMkLst>
            <pc:docMk/>
            <pc:sldMk cId="3188802089" sldId="641"/>
            <ac:picMk id="8" creationId="{292D9000-BDBA-4E54-A970-D9E03A59F98F}"/>
          </ac:picMkLst>
        </pc:picChg>
      </pc:sldChg>
      <pc:sldChg chg="addSp delSp modSp">
        <pc:chgData name="B, Aruna Devi (Cognizant)" userId="S::145865@cognizant.com::b985271c-d48e-4393-b08b-b86138af203d" providerId="AD" clId="Web-{451348E9-900F-413D-85A1-D80CCEF20B3F}" dt="2019-10-15T11:41:17.154" v="30" actId="1076"/>
        <pc:sldMkLst>
          <pc:docMk/>
          <pc:sldMk cId="3376823793" sldId="642"/>
        </pc:sldMkLst>
        <pc:spChg chg="add del mod">
          <ac:chgData name="B, Aruna Devi (Cognizant)" userId="S::145865@cognizant.com::b985271c-d48e-4393-b08b-b86138af203d" providerId="AD" clId="Web-{451348E9-900F-413D-85A1-D80CCEF20B3F}" dt="2019-10-15T11:41:02.122" v="26"/>
          <ac:spMkLst>
            <pc:docMk/>
            <pc:sldMk cId="3376823793" sldId="642"/>
            <ac:spMk id="7" creationId="{190BBECA-BEBF-4AD5-879D-176D5DCFC6B2}"/>
          </ac:spMkLst>
        </pc:spChg>
        <pc:picChg chg="del">
          <ac:chgData name="B, Aruna Devi (Cognizant)" userId="S::145865@cognizant.com::b985271c-d48e-4393-b08b-b86138af203d" providerId="AD" clId="Web-{451348E9-900F-413D-85A1-D80CCEF20B3F}" dt="2019-10-15T11:40:25.591" v="25"/>
          <ac:picMkLst>
            <pc:docMk/>
            <pc:sldMk cId="3376823793" sldId="642"/>
            <ac:picMk id="6" creationId="{3729CA46-B3A0-4212-BEB5-67AA8D58318F}"/>
          </ac:picMkLst>
        </pc:picChg>
        <pc:picChg chg="add mod ord">
          <ac:chgData name="B, Aruna Devi (Cognizant)" userId="S::145865@cognizant.com::b985271c-d48e-4393-b08b-b86138af203d" providerId="AD" clId="Web-{451348E9-900F-413D-85A1-D80CCEF20B3F}" dt="2019-10-15T11:41:17.154" v="30" actId="1076"/>
          <ac:picMkLst>
            <pc:docMk/>
            <pc:sldMk cId="3376823793" sldId="642"/>
            <ac:picMk id="8" creationId="{25430F3A-98EB-40F7-BC80-60F95FB772C9}"/>
          </ac:picMkLst>
        </pc:picChg>
      </pc:sldChg>
      <pc:sldChg chg="addSp delSp modSp">
        <pc:chgData name="B, Aruna Devi (Cognizant)" userId="S::145865@cognizant.com::b985271c-d48e-4393-b08b-b86138af203d" providerId="AD" clId="Web-{451348E9-900F-413D-85A1-D80CCEF20B3F}" dt="2019-10-15T11:42:20.576" v="36" actId="1076"/>
        <pc:sldMkLst>
          <pc:docMk/>
          <pc:sldMk cId="2222841503" sldId="643"/>
        </pc:sldMkLst>
        <pc:spChg chg="add del mod">
          <ac:chgData name="B, Aruna Devi (Cognizant)" userId="S::145865@cognizant.com::b985271c-d48e-4393-b08b-b86138af203d" providerId="AD" clId="Web-{451348E9-900F-413D-85A1-D80CCEF20B3F}" dt="2019-10-15T11:42:08.014" v="32"/>
          <ac:spMkLst>
            <pc:docMk/>
            <pc:sldMk cId="2222841503" sldId="643"/>
            <ac:spMk id="7" creationId="{1F98211C-C1D8-420D-B1BF-16C381E3310B}"/>
          </ac:spMkLst>
        </pc:spChg>
        <pc:picChg chg="del">
          <ac:chgData name="B, Aruna Devi (Cognizant)" userId="S::145865@cognizant.com::b985271c-d48e-4393-b08b-b86138af203d" providerId="AD" clId="Web-{451348E9-900F-413D-85A1-D80CCEF20B3F}" dt="2019-10-15T11:41:26.201" v="31"/>
          <ac:picMkLst>
            <pc:docMk/>
            <pc:sldMk cId="2222841503" sldId="643"/>
            <ac:picMk id="6" creationId="{1DAEE466-8B9C-4E60-B2A7-BB615DA85DE6}"/>
          </ac:picMkLst>
        </pc:picChg>
        <pc:picChg chg="add mod ord">
          <ac:chgData name="B, Aruna Devi (Cognizant)" userId="S::145865@cognizant.com::b985271c-d48e-4393-b08b-b86138af203d" providerId="AD" clId="Web-{451348E9-900F-413D-85A1-D80CCEF20B3F}" dt="2019-10-15T11:42:20.576" v="36" actId="1076"/>
          <ac:picMkLst>
            <pc:docMk/>
            <pc:sldMk cId="2222841503" sldId="643"/>
            <ac:picMk id="8" creationId="{BF74CC3D-F633-468F-B1A4-D1848AD74F6F}"/>
          </ac:picMkLst>
        </pc:picChg>
      </pc:sldChg>
      <pc:sldChg chg="modSp">
        <pc:chgData name="B, Aruna Devi (Cognizant)" userId="S::145865@cognizant.com::b985271c-d48e-4393-b08b-b86138af203d" providerId="AD" clId="Web-{451348E9-900F-413D-85A1-D80CCEF20B3F}" dt="2019-10-15T11:40:20.841" v="24"/>
        <pc:sldMkLst>
          <pc:docMk/>
          <pc:sldMk cId="1418698599" sldId="644"/>
        </pc:sldMkLst>
        <pc:graphicFrameChg chg="mod modGraphic">
          <ac:chgData name="B, Aruna Devi (Cognizant)" userId="S::145865@cognizant.com::b985271c-d48e-4393-b08b-b86138af203d" providerId="AD" clId="Web-{451348E9-900F-413D-85A1-D80CCEF20B3F}" dt="2019-10-15T11:40:20.841" v="24"/>
          <ac:graphicFrameMkLst>
            <pc:docMk/>
            <pc:sldMk cId="1418698599" sldId="644"/>
            <ac:graphicFrameMk id="7" creationId="{9BAD76A0-8A5E-49EE-BE4B-A273D36BF434}"/>
          </ac:graphicFrameMkLst>
        </pc:graphicFrameChg>
      </pc:sldChg>
    </pc:docChg>
  </pc:docChgLst>
  <pc:docChgLst>
    <pc:chgData name="Mohseen, Hajira (Cognizant)" userId="S::124715@cognizant.com::3f93ccad-0264-48f1-af05-c8fb25d2c549" providerId="AD" clId="Web-{D2268CDB-0E29-40B3-BDC9-12D725DA8035}"/>
    <pc:docChg chg="addSld">
      <pc:chgData name="Mohseen, Hajira (Cognizant)" userId="S::124715@cognizant.com::3f93ccad-0264-48f1-af05-c8fb25d2c549" providerId="AD" clId="Web-{D2268CDB-0E29-40B3-BDC9-12D725DA8035}" dt="2019-10-14T10:49:00.886" v="0"/>
      <pc:docMkLst>
        <pc:docMk/>
      </pc:docMkLst>
      <pc:sldChg chg="new">
        <pc:chgData name="Mohseen, Hajira (Cognizant)" userId="S::124715@cognizant.com::3f93ccad-0264-48f1-af05-c8fb25d2c549" providerId="AD" clId="Web-{D2268CDB-0E29-40B3-BDC9-12D725DA8035}" dt="2019-10-14T10:49:00.886" v="0"/>
        <pc:sldMkLst>
          <pc:docMk/>
          <pc:sldMk cId="631744937" sldId="626"/>
        </pc:sldMkLst>
      </pc:sldChg>
    </pc:docChg>
  </pc:docChgLst>
  <pc:docChgLst>
    <pc:chgData name="Ilangovan, Shyamala Lakshmi (Cognizant)" userId="S::206604@cognizant.com::706eb8e7-0131-457e-a3a2-3f7b318a35b8" providerId="AD" clId="Web-{11802406-3FC8-43F2-9460-B949D7B92730}"/>
    <pc:docChg chg="modSld">
      <pc:chgData name="Ilangovan, Shyamala Lakshmi (Cognizant)" userId="S::206604@cognizant.com::706eb8e7-0131-457e-a3a2-3f7b318a35b8" providerId="AD" clId="Web-{11802406-3FC8-43F2-9460-B949D7B92730}" dt="2019-10-14T10:29:44.885" v="0" actId="20577"/>
      <pc:docMkLst>
        <pc:docMk/>
      </pc:docMkLst>
      <pc:sldChg chg="modSp">
        <pc:chgData name="Ilangovan, Shyamala Lakshmi (Cognizant)" userId="S::206604@cognizant.com::706eb8e7-0131-457e-a3a2-3f7b318a35b8" providerId="AD" clId="Web-{11802406-3FC8-43F2-9460-B949D7B92730}" dt="2019-10-14T10:29:44.885" v="0" actId="20577"/>
        <pc:sldMkLst>
          <pc:docMk/>
          <pc:sldMk cId="1843702044" sldId="625"/>
        </pc:sldMkLst>
        <pc:spChg chg="mod">
          <ac:chgData name="Ilangovan, Shyamala Lakshmi (Cognizant)" userId="S::206604@cognizant.com::706eb8e7-0131-457e-a3a2-3f7b318a35b8" providerId="AD" clId="Web-{11802406-3FC8-43F2-9460-B949D7B92730}" dt="2019-10-14T10:29:44.885" v="0" actId="20577"/>
          <ac:spMkLst>
            <pc:docMk/>
            <pc:sldMk cId="1843702044" sldId="625"/>
            <ac:spMk id="20" creationId="{00000000-0000-0000-0000-000000000000}"/>
          </ac:spMkLst>
        </pc:spChg>
      </pc:sldChg>
    </pc:docChg>
  </pc:docChgLst>
  <pc:docChgLst>
    <pc:chgData name="Ilangovan, Shyamala Lakshmi (Cognizant)" userId="S::206604@cognizant.com::706eb8e7-0131-457e-a3a2-3f7b318a35b8" providerId="AD" clId="Web-{99C2CA74-805F-0721-FFE7-316BCDA4B572}"/>
    <pc:docChg chg="modSld">
      <pc:chgData name="Ilangovan, Shyamala Lakshmi (Cognizant)" userId="S::206604@cognizant.com::706eb8e7-0131-457e-a3a2-3f7b318a35b8" providerId="AD" clId="Web-{99C2CA74-805F-0721-FFE7-316BCDA4B572}" dt="2019-10-16T04:07:34.897" v="353" actId="20577"/>
      <pc:docMkLst>
        <pc:docMk/>
      </pc:docMkLst>
      <pc:sldChg chg="modSp">
        <pc:chgData name="Ilangovan, Shyamala Lakshmi (Cognizant)" userId="S::206604@cognizant.com::706eb8e7-0131-457e-a3a2-3f7b318a35b8" providerId="AD" clId="Web-{99C2CA74-805F-0721-FFE7-316BCDA4B572}" dt="2019-10-16T04:07:32.725" v="351" actId="20577"/>
        <pc:sldMkLst>
          <pc:docMk/>
          <pc:sldMk cId="1218386046" sldId="655"/>
        </pc:sldMkLst>
        <pc:spChg chg="mod">
          <ac:chgData name="Ilangovan, Shyamala Lakshmi (Cognizant)" userId="S::206604@cognizant.com::706eb8e7-0131-457e-a3a2-3f7b318a35b8" providerId="AD" clId="Web-{99C2CA74-805F-0721-FFE7-316BCDA4B572}" dt="2019-10-16T04:07:32.725" v="351" actId="20577"/>
          <ac:spMkLst>
            <pc:docMk/>
            <pc:sldMk cId="1218386046" sldId="655"/>
            <ac:spMk id="6" creationId="{00000000-0000-0000-0000-000000000000}"/>
          </ac:spMkLst>
        </pc:spChg>
        <pc:spChg chg="mod">
          <ac:chgData name="Ilangovan, Shyamala Lakshmi (Cognizant)" userId="S::206604@cognizant.com::706eb8e7-0131-457e-a3a2-3f7b318a35b8" providerId="AD" clId="Web-{99C2CA74-805F-0721-FFE7-316BCDA4B572}" dt="2019-10-16T04:06:41.757" v="278" actId="1076"/>
          <ac:spMkLst>
            <pc:docMk/>
            <pc:sldMk cId="1218386046" sldId="655"/>
            <ac:spMk id="7" creationId="{00000000-0000-0000-0000-000000000000}"/>
          </ac:spMkLst>
        </pc:spChg>
        <pc:spChg chg="mod">
          <ac:chgData name="Ilangovan, Shyamala Lakshmi (Cognizant)" userId="S::206604@cognizant.com::706eb8e7-0131-457e-a3a2-3f7b318a35b8" providerId="AD" clId="Web-{99C2CA74-805F-0721-FFE7-316BCDA4B572}" dt="2019-10-16T04:06:48.038" v="279" actId="1076"/>
          <ac:spMkLst>
            <pc:docMk/>
            <pc:sldMk cId="1218386046" sldId="655"/>
            <ac:spMk id="8" creationId="{00000000-0000-0000-0000-000000000000}"/>
          </ac:spMkLst>
        </pc:spChg>
        <pc:spChg chg="mod">
          <ac:chgData name="Ilangovan, Shyamala Lakshmi (Cognizant)" userId="S::206604@cognizant.com::706eb8e7-0131-457e-a3a2-3f7b318a35b8" providerId="AD" clId="Web-{99C2CA74-805F-0721-FFE7-316BCDA4B572}" dt="2019-10-16T04:04:51.414" v="5" actId="1076"/>
          <ac:spMkLst>
            <pc:docMk/>
            <pc:sldMk cId="1218386046" sldId="655"/>
            <ac:spMk id="12" creationId="{00000000-0000-0000-0000-000000000000}"/>
          </ac:spMkLst>
        </pc:spChg>
        <pc:graphicFrameChg chg="mod">
          <ac:chgData name="Ilangovan, Shyamala Lakshmi (Cognizant)" userId="S::206604@cognizant.com::706eb8e7-0131-457e-a3a2-3f7b318a35b8" providerId="AD" clId="Web-{99C2CA74-805F-0721-FFE7-316BCDA4B572}" dt="2019-10-16T04:06:48.054" v="280" actId="1076"/>
          <ac:graphicFrameMkLst>
            <pc:docMk/>
            <pc:sldMk cId="1218386046" sldId="655"/>
            <ac:graphicFrameMk id="9" creationId="{00000000-0000-0000-0000-000000000000}"/>
          </ac:graphicFrameMkLst>
        </pc:graphicFrameChg>
        <pc:graphicFrameChg chg="mod">
          <ac:chgData name="Ilangovan, Shyamala Lakshmi (Cognizant)" userId="S::206604@cognizant.com::706eb8e7-0131-457e-a3a2-3f7b318a35b8" providerId="AD" clId="Web-{99C2CA74-805F-0721-FFE7-316BCDA4B572}" dt="2019-10-16T04:06:48.101" v="281" actId="1076"/>
          <ac:graphicFrameMkLst>
            <pc:docMk/>
            <pc:sldMk cId="1218386046" sldId="655"/>
            <ac:graphicFrameMk id="10" creationId="{00000000-0000-0000-0000-000000000000}"/>
          </ac:graphicFrameMkLst>
        </pc:graphicFrameChg>
        <pc:graphicFrameChg chg="mod">
          <ac:chgData name="Ilangovan, Shyamala Lakshmi (Cognizant)" userId="S::206604@cognizant.com::706eb8e7-0131-457e-a3a2-3f7b318a35b8" providerId="AD" clId="Web-{99C2CA74-805F-0721-FFE7-316BCDA4B572}" dt="2019-10-16T04:06:48.132" v="282" actId="1076"/>
          <ac:graphicFrameMkLst>
            <pc:docMk/>
            <pc:sldMk cId="1218386046" sldId="655"/>
            <ac:graphicFrameMk id="11" creationId="{00000000-0000-0000-0000-000000000000}"/>
          </ac:graphicFrameMkLst>
        </pc:graphicFrameChg>
      </pc:sldChg>
    </pc:docChg>
  </pc:docChgLst>
  <pc:docChgLst>
    <pc:chgData name="Ilangovan, Shyamala Lakshmi (Cognizant)" userId="S::206604@cognizant.com::706eb8e7-0131-457e-a3a2-3f7b318a35b8" providerId="AD" clId="Web-{D6267AB1-C453-4E3A-AF95-31319C515AC0}"/>
    <pc:docChg chg="modSld">
      <pc:chgData name="Ilangovan, Shyamala Lakshmi (Cognizant)" userId="S::206604@cognizant.com::706eb8e7-0131-457e-a3a2-3f7b318a35b8" providerId="AD" clId="Web-{D6267AB1-C453-4E3A-AF95-31319C515AC0}" dt="2019-10-14T10:25:18.482" v="3" actId="20577"/>
      <pc:docMkLst>
        <pc:docMk/>
      </pc:docMkLst>
      <pc:sldChg chg="modSp">
        <pc:chgData name="Ilangovan, Shyamala Lakshmi (Cognizant)" userId="S::206604@cognizant.com::706eb8e7-0131-457e-a3a2-3f7b318a35b8" providerId="AD" clId="Web-{D6267AB1-C453-4E3A-AF95-31319C515AC0}" dt="2019-10-14T10:25:18.482" v="2" actId="20577"/>
        <pc:sldMkLst>
          <pc:docMk/>
          <pc:sldMk cId="3159277087" sldId="624"/>
        </pc:sldMkLst>
        <pc:spChg chg="mod">
          <ac:chgData name="Ilangovan, Shyamala Lakshmi (Cognizant)" userId="S::206604@cognizant.com::706eb8e7-0131-457e-a3a2-3f7b318a35b8" providerId="AD" clId="Web-{D6267AB1-C453-4E3A-AF95-31319C515AC0}" dt="2019-10-14T10:25:18.482" v="2" actId="20577"/>
          <ac:spMkLst>
            <pc:docMk/>
            <pc:sldMk cId="3159277087" sldId="624"/>
            <ac:spMk id="14" creationId="{00000000-0000-0000-0000-000000000000}"/>
          </ac:spMkLst>
        </pc:spChg>
      </pc:sldChg>
    </pc:docChg>
  </pc:docChgLst>
  <pc:docChgLst>
    <pc:chgData name="Ilangovan, Shyamala Lakshmi (Cognizant)" userId="S::206604@cognizant.com::706eb8e7-0131-457e-a3a2-3f7b318a35b8" providerId="AD" clId="Web-{DFE9B304-75C6-4D83-83B1-DB46D42B2C24}"/>
    <pc:docChg chg="modSld">
      <pc:chgData name="Ilangovan, Shyamala Lakshmi (Cognizant)" userId="S::206604@cognizant.com::706eb8e7-0131-457e-a3a2-3f7b318a35b8" providerId="AD" clId="Web-{DFE9B304-75C6-4D83-83B1-DB46D42B2C24}" dt="2019-10-14T13:02:19.903" v="34" actId="1076"/>
      <pc:docMkLst>
        <pc:docMk/>
      </pc:docMkLst>
      <pc:sldChg chg="modSp">
        <pc:chgData name="Ilangovan, Shyamala Lakshmi (Cognizant)" userId="S::206604@cognizant.com::706eb8e7-0131-457e-a3a2-3f7b318a35b8" providerId="AD" clId="Web-{DFE9B304-75C6-4D83-83B1-DB46D42B2C24}" dt="2019-10-14T13:02:19.903" v="34" actId="1076"/>
        <pc:sldMkLst>
          <pc:docMk/>
          <pc:sldMk cId="65870916" sldId="634"/>
        </pc:sldMkLst>
        <pc:spChg chg="mod">
          <ac:chgData name="Ilangovan, Shyamala Lakshmi (Cognizant)" userId="S::206604@cognizant.com::706eb8e7-0131-457e-a3a2-3f7b318a35b8" providerId="AD" clId="Web-{DFE9B304-75C6-4D83-83B1-DB46D42B2C24}" dt="2019-10-14T13:02:19.903" v="34" actId="1076"/>
          <ac:spMkLst>
            <pc:docMk/>
            <pc:sldMk cId="65870916" sldId="634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17CED-9DA7-4820-AC53-E6D610514ED8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9C99AF-30F7-4ECB-96CF-2E0894F1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5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9C99AF-30F7-4ECB-96CF-2E0894F1C8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91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hite Cover Slide,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BA977D-F01B-45A3-A788-241A0D7E0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5981"/>
            <a:ext cx="12192000" cy="9220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B63AD2-13B3-4C1A-81A7-6B8DAA7875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609601" y="673071"/>
            <a:ext cx="5959936" cy="6758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61C033-5F13-4DFF-B15B-CE7C811FF2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609600" y="2255520"/>
            <a:ext cx="6705600" cy="1403461"/>
          </a:xfrm>
        </p:spPr>
        <p:txBody>
          <a:bodyPr anchor="b">
            <a:spAutoFit/>
          </a:bodyPr>
          <a:lstStyle>
            <a:lvl1pPr algn="l">
              <a:defRPr sz="5067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Presentation 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15D2C-FBBF-4872-8B9B-3345FADF0A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9600" y="4157473"/>
            <a:ext cx="6705600" cy="718145"/>
          </a:xfrm>
        </p:spPr>
        <p:txBody>
          <a:bodyPr>
            <a:sp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/>
                </a:solidFill>
              </a:defRPr>
            </a:lvl1pPr>
            <a:lvl2pPr marL="0" indent="0" algn="l">
              <a:buClr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2pPr>
            <a:lvl3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  <a:lvl6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6pPr>
            <a:lvl7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7pPr>
            <a:lvl8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8pPr>
            <a:lvl9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Speaker’s Full Name</a:t>
            </a:r>
          </a:p>
          <a:p>
            <a:pPr lvl="1"/>
            <a:r>
              <a:rPr lang="en-US" dirty="0"/>
              <a:t>Speaker’s title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93BD8E8-263E-4363-B56A-C6544870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609600" y="6343036"/>
            <a:ext cx="6705600" cy="153888"/>
          </a:xfrm>
        </p:spPr>
        <p:txBody>
          <a:bodyPr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  <a:lvl2pPr marL="0" indent="0">
              <a:defRPr sz="1000">
                <a:solidFill>
                  <a:schemeClr val="bg1"/>
                </a:solidFill>
              </a:defRPr>
            </a:lvl2pPr>
            <a:lvl3pPr marL="0" indent="0">
              <a:defRPr sz="1000">
                <a:solidFill>
                  <a:schemeClr val="bg1"/>
                </a:solidFill>
              </a:defRPr>
            </a:lvl3pPr>
            <a:lvl4pPr marL="0" indent="0">
              <a:defRPr sz="1000">
                <a:solidFill>
                  <a:schemeClr val="bg1"/>
                </a:solidFill>
              </a:defRPr>
            </a:lvl4pPr>
            <a:lvl5pPr marL="0" indent="0">
              <a:defRPr sz="1000">
                <a:solidFill>
                  <a:schemeClr val="bg1"/>
                </a:solidFill>
              </a:defRPr>
            </a:lvl5pPr>
            <a:lvl6pPr marL="0" indent="0">
              <a:defRPr sz="1000">
                <a:solidFill>
                  <a:schemeClr val="bg1"/>
                </a:solidFill>
              </a:defRPr>
            </a:lvl6pPr>
            <a:lvl7pPr marL="0" indent="0">
              <a:defRPr sz="1000">
                <a:solidFill>
                  <a:schemeClr val="bg1"/>
                </a:solidFill>
              </a:defRPr>
            </a:lvl7pPr>
            <a:lvl8pPr marL="0" indent="0">
              <a:defRPr sz="1000">
                <a:solidFill>
                  <a:schemeClr val="bg1"/>
                </a:solidFill>
              </a:defRPr>
            </a:lvl8pPr>
            <a:lvl9pPr marL="0" indent="0">
              <a:defRPr sz="1000">
                <a:solidFill>
                  <a:schemeClr val="bg1"/>
                </a:solidFill>
              </a:defRPr>
            </a:lvl9pPr>
          </a:lstStyle>
          <a:p>
            <a:r>
              <a:rPr lang="en-US" smtClean="0"/>
              <a:t>© 2020 Cognizant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D38650-2189-4A4F-AD30-9C41C4094C5F}"/>
              </a:ext>
            </a:extLst>
          </p:cNvPr>
          <p:cNvCxnSpPr>
            <a:cxnSpLocks/>
          </p:cNvCxnSpPr>
          <p:nvPr/>
        </p:nvCxnSpPr>
        <p:spPr bwMode="black">
          <a:xfrm>
            <a:off x="609600" y="3904765"/>
            <a:ext cx="3048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9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 Cover Slide,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F1FCDD-9A69-4405-B89F-CFDAF1874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8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61C033-5F13-4DFF-B15B-CE7C811FF2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609600" y="2254916"/>
            <a:ext cx="6705600" cy="1403461"/>
          </a:xfrm>
        </p:spPr>
        <p:txBody>
          <a:bodyPr anchor="b">
            <a:spAutoFit/>
          </a:bodyPr>
          <a:lstStyle>
            <a:lvl1pPr algn="l">
              <a:defRPr sz="50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Presentation 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15D2C-FBBF-4872-8B9B-3345FADF0A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609600" y="4157473"/>
            <a:ext cx="6705600" cy="718145"/>
          </a:xfrm>
        </p:spPr>
        <p:txBody>
          <a:bodyPr>
            <a:sp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0" indent="0" algn="l">
              <a:buClr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6pPr>
            <a:lvl7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7pPr>
            <a:lvl8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8pPr>
            <a:lvl9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Speaker’s Full Name</a:t>
            </a:r>
          </a:p>
          <a:p>
            <a:pPr lvl="1"/>
            <a:r>
              <a:rPr lang="en-US" dirty="0"/>
              <a:t>Speaker’s title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93BD8E8-263E-4363-B56A-C6544870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609600" y="6343036"/>
            <a:ext cx="6705600" cy="153888"/>
          </a:xfrm>
        </p:spPr>
        <p:txBody>
          <a:bodyPr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  <a:lvl2pPr marL="0" indent="0">
              <a:defRPr sz="1000">
                <a:solidFill>
                  <a:schemeClr val="bg1"/>
                </a:solidFill>
              </a:defRPr>
            </a:lvl2pPr>
            <a:lvl3pPr marL="0" indent="0">
              <a:defRPr sz="1000">
                <a:solidFill>
                  <a:schemeClr val="bg1"/>
                </a:solidFill>
              </a:defRPr>
            </a:lvl3pPr>
            <a:lvl4pPr marL="0" indent="0">
              <a:defRPr sz="1000">
                <a:solidFill>
                  <a:schemeClr val="bg1"/>
                </a:solidFill>
              </a:defRPr>
            </a:lvl4pPr>
            <a:lvl5pPr marL="0" indent="0">
              <a:defRPr sz="1000">
                <a:solidFill>
                  <a:schemeClr val="bg1"/>
                </a:solidFill>
              </a:defRPr>
            </a:lvl5pPr>
            <a:lvl6pPr marL="0" indent="0">
              <a:defRPr sz="1000">
                <a:solidFill>
                  <a:schemeClr val="bg1"/>
                </a:solidFill>
              </a:defRPr>
            </a:lvl6pPr>
            <a:lvl7pPr marL="0" indent="0">
              <a:defRPr sz="1000">
                <a:solidFill>
                  <a:schemeClr val="bg1"/>
                </a:solidFill>
              </a:defRPr>
            </a:lvl7pPr>
            <a:lvl8pPr marL="0" indent="0">
              <a:defRPr sz="1000">
                <a:solidFill>
                  <a:schemeClr val="bg1"/>
                </a:solidFill>
              </a:defRPr>
            </a:lvl8pPr>
            <a:lvl9pPr marL="0" indent="0">
              <a:defRPr sz="1000">
                <a:solidFill>
                  <a:schemeClr val="bg1"/>
                </a:solidFill>
              </a:defRPr>
            </a:lvl9pPr>
          </a:lstStyle>
          <a:p>
            <a:r>
              <a:rPr lang="en-US" smtClean="0"/>
              <a:t>© 2020 Cognizant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69F7CB-0D67-49E0-9197-CA57AE8A17CA}"/>
              </a:ext>
            </a:extLst>
          </p:cNvPr>
          <p:cNvCxnSpPr>
            <a:cxnSpLocks/>
          </p:cNvCxnSpPr>
          <p:nvPr/>
        </p:nvCxnSpPr>
        <p:spPr bwMode="white">
          <a:xfrm>
            <a:off x="609600" y="3904765"/>
            <a:ext cx="3048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E4D59F9-56F9-4A49-9196-51BDC9B073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73073"/>
            <a:ext cx="5731160" cy="64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1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 Cov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C033-5F13-4DFF-B15B-CE7C811FF2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609600" y="2254916"/>
            <a:ext cx="6705600" cy="1403461"/>
          </a:xfrm>
        </p:spPr>
        <p:txBody>
          <a:bodyPr anchor="b">
            <a:spAutoFit/>
          </a:bodyPr>
          <a:lstStyle>
            <a:lvl1pPr algn="l">
              <a:defRPr sz="50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Presentation 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15D2C-FBBF-4872-8B9B-3345FADF0A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609600" y="4157473"/>
            <a:ext cx="6705600" cy="718145"/>
          </a:xfrm>
        </p:spPr>
        <p:txBody>
          <a:bodyPr>
            <a:sp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0" indent="0" algn="l">
              <a:buClr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6pPr>
            <a:lvl7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7pPr>
            <a:lvl8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8pPr>
            <a:lvl9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Speaker’s Full Name</a:t>
            </a:r>
          </a:p>
          <a:p>
            <a:pPr lvl="1"/>
            <a:r>
              <a:rPr lang="en-US" dirty="0"/>
              <a:t>Speaker’s title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93BD8E8-263E-4363-B56A-C6544870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609600" y="6343036"/>
            <a:ext cx="6705600" cy="153888"/>
          </a:xfrm>
        </p:spPr>
        <p:txBody>
          <a:bodyPr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  <a:lvl2pPr marL="0" indent="0">
              <a:defRPr sz="1000">
                <a:solidFill>
                  <a:schemeClr val="bg1"/>
                </a:solidFill>
              </a:defRPr>
            </a:lvl2pPr>
            <a:lvl3pPr marL="0" indent="0">
              <a:defRPr sz="1000">
                <a:solidFill>
                  <a:schemeClr val="bg1"/>
                </a:solidFill>
              </a:defRPr>
            </a:lvl3pPr>
            <a:lvl4pPr marL="0" indent="0">
              <a:defRPr sz="1000">
                <a:solidFill>
                  <a:schemeClr val="bg1"/>
                </a:solidFill>
              </a:defRPr>
            </a:lvl4pPr>
            <a:lvl5pPr marL="0" indent="0">
              <a:defRPr sz="1000">
                <a:solidFill>
                  <a:schemeClr val="bg1"/>
                </a:solidFill>
              </a:defRPr>
            </a:lvl5pPr>
            <a:lvl6pPr marL="0" indent="0">
              <a:defRPr sz="1000">
                <a:solidFill>
                  <a:schemeClr val="bg1"/>
                </a:solidFill>
              </a:defRPr>
            </a:lvl6pPr>
            <a:lvl7pPr marL="0" indent="0">
              <a:defRPr sz="1000">
                <a:solidFill>
                  <a:schemeClr val="bg1"/>
                </a:solidFill>
              </a:defRPr>
            </a:lvl7pPr>
            <a:lvl8pPr marL="0" indent="0">
              <a:defRPr sz="1000">
                <a:solidFill>
                  <a:schemeClr val="bg1"/>
                </a:solidFill>
              </a:defRPr>
            </a:lvl8pPr>
            <a:lvl9pPr marL="0" indent="0">
              <a:defRPr sz="1000">
                <a:solidFill>
                  <a:schemeClr val="bg1"/>
                </a:solidFill>
              </a:defRPr>
            </a:lvl9pPr>
          </a:lstStyle>
          <a:p>
            <a:r>
              <a:rPr lang="en-US" smtClean="0"/>
              <a:t>© 2020 Cognizant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69F7CB-0D67-49E0-9197-CA57AE8A17CA}"/>
              </a:ext>
            </a:extLst>
          </p:cNvPr>
          <p:cNvCxnSpPr>
            <a:cxnSpLocks/>
          </p:cNvCxnSpPr>
          <p:nvPr/>
        </p:nvCxnSpPr>
        <p:spPr bwMode="white">
          <a:xfrm>
            <a:off x="609600" y="3904765"/>
            <a:ext cx="3048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E4D59F9-56F9-4A49-9196-51BDC9B073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73073"/>
            <a:ext cx="5731160" cy="64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8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, Picture &amp; Numbere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AFEE-79A3-4996-B06D-D9A66A9C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BD88AD-BF9F-4A95-ACE0-0665F32F8DF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28032" y="1682496"/>
            <a:ext cx="6855968" cy="44256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77943" indent="-377943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0" indent="0">
              <a:buNone/>
              <a:defRPr lang="en-US" sz="1867" baseline="0" noProof="0" dirty="0">
                <a:solidFill>
                  <a:schemeClr val="bg1"/>
                </a:solidFill>
              </a:defRPr>
            </a:lvl2pPr>
            <a:lvl3pPr marL="0" indent="0">
              <a:spcBef>
                <a:spcPts val="800"/>
              </a:spcBef>
              <a:buNone/>
              <a:defRPr sz="1867">
                <a:solidFill>
                  <a:schemeClr val="bg1"/>
                </a:solidFill>
              </a:defRPr>
            </a:lvl3pPr>
            <a:lvl4pPr marL="0" indent="0">
              <a:spcBef>
                <a:spcPts val="800"/>
              </a:spcBef>
              <a:buNone/>
              <a:defRPr sz="1867">
                <a:solidFill>
                  <a:schemeClr val="bg1"/>
                </a:solidFill>
              </a:defRPr>
            </a:lvl4pPr>
            <a:lvl5pPr marL="0" indent="0">
              <a:spcBef>
                <a:spcPts val="800"/>
              </a:spcBef>
              <a:buNone/>
              <a:defRPr sz="1867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800"/>
              </a:spcBef>
              <a:buNone/>
              <a:defRPr sz="1867">
                <a:solidFill>
                  <a:schemeClr val="bg1"/>
                </a:solidFill>
              </a:defRPr>
            </a:lvl6pPr>
            <a:lvl7pPr marL="0" indent="0">
              <a:spcBef>
                <a:spcPts val="800"/>
              </a:spcBef>
              <a:buNone/>
              <a:defRPr sz="1867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800"/>
              </a:spcBef>
              <a:buNone/>
              <a:defRPr sz="1867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800"/>
              </a:spcBef>
              <a:buNone/>
              <a:defRPr sz="1867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Numbered text</a:t>
            </a:r>
          </a:p>
          <a:p>
            <a:pPr lvl="1"/>
            <a:r>
              <a:rPr lang="en-US" dirty="0"/>
              <a:t>Supporting text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Numbered text</a:t>
            </a:r>
          </a:p>
          <a:p>
            <a:pPr lvl="1"/>
            <a:r>
              <a:rPr lang="en-US" dirty="0"/>
              <a:t>Supporting text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Numbered text</a:t>
            </a:r>
          </a:p>
          <a:p>
            <a:pPr lvl="1"/>
            <a:r>
              <a:rPr lang="en-US" dirty="0"/>
              <a:t>Supporting text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Numbered text</a:t>
            </a:r>
          </a:p>
          <a:p>
            <a:pPr lvl="1"/>
            <a:r>
              <a:rPr lang="en-US" dirty="0"/>
              <a:t>Supporting text</a:t>
            </a:r>
          </a:p>
          <a:p>
            <a:pPr lvl="1"/>
            <a:endParaRPr lang="en-US" dirty="0"/>
          </a:p>
          <a:p>
            <a:pPr marL="609585" lvl="1" indent="-609585">
              <a:buNone/>
            </a:pPr>
            <a:endParaRPr kumimoji="0" lang="en-US" sz="3733" b="0" i="0" u="none" strike="noStrike" kern="1200" cap="none" spc="0" normalizeH="0" baseline="0" noProof="0" dirty="0">
              <a:ln>
                <a:noFill/>
              </a:ln>
              <a:solidFill>
                <a:srgbClr val="0033B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7A5CEAD-8DF7-4847-A3C5-A3EBD2E6DC6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8000" y="1682495"/>
            <a:ext cx="3676651" cy="4425696"/>
          </a:xfrm>
          <a:noFill/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Drag picture to placeholder or click icon to add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B4A54-5341-4A6F-9733-3D09E3B0E7F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5DE656-2346-4DA1-BEEC-B75E9CC90E7F}" type="datetime1">
              <a:rPr lang="en-US" smtClean="0"/>
              <a:t>7/23/2020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96F16-06EB-41EA-A547-8A5407FBCF4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© 2020 Cognizant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DF8484-6FCC-46A8-B1A4-B877ED71BD2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F8FABAD-01EF-483E-B2EF-403B57169C4D}"/>
              </a:ext>
            </a:extLst>
          </p:cNvPr>
          <p:cNvCxnSpPr>
            <a:cxnSpLocks/>
          </p:cNvCxnSpPr>
          <p:nvPr/>
        </p:nvCxnSpPr>
        <p:spPr>
          <a:xfrm>
            <a:off x="513261" y="6254496"/>
            <a:ext cx="1117886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42CD7C5-2D34-4C27-8DA0-D81A9530F1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7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&amp; Numbere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AFEE-79A3-4996-B06D-D9A66A9C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E686D16-B817-4FD7-91EF-E75DCEECBD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3936" y="1682496"/>
            <a:ext cx="11180064" cy="44256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77943" indent="-377943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0" indent="0">
              <a:buNone/>
              <a:defRPr lang="en-US" sz="1867" baseline="0" noProof="0" dirty="0">
                <a:solidFill>
                  <a:schemeClr val="bg1"/>
                </a:solidFill>
              </a:defRPr>
            </a:lvl2pPr>
            <a:lvl3pPr marL="0" indent="0">
              <a:spcBef>
                <a:spcPts val="800"/>
              </a:spcBef>
              <a:buNone/>
              <a:defRPr sz="1867">
                <a:solidFill>
                  <a:schemeClr val="bg1"/>
                </a:solidFill>
              </a:defRPr>
            </a:lvl3pPr>
            <a:lvl4pPr marL="0" indent="0">
              <a:spcBef>
                <a:spcPts val="800"/>
              </a:spcBef>
              <a:buNone/>
              <a:defRPr sz="1867">
                <a:solidFill>
                  <a:schemeClr val="bg1"/>
                </a:solidFill>
              </a:defRPr>
            </a:lvl4pPr>
            <a:lvl5pPr marL="0" indent="0">
              <a:spcBef>
                <a:spcPts val="800"/>
              </a:spcBef>
              <a:buNone/>
              <a:defRPr sz="1867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800"/>
              </a:spcBef>
              <a:buNone/>
              <a:defRPr sz="1867">
                <a:solidFill>
                  <a:schemeClr val="bg1"/>
                </a:solidFill>
              </a:defRPr>
            </a:lvl6pPr>
            <a:lvl7pPr marL="0" indent="0">
              <a:spcBef>
                <a:spcPts val="800"/>
              </a:spcBef>
              <a:buNone/>
              <a:defRPr sz="1867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800"/>
              </a:spcBef>
              <a:buNone/>
              <a:defRPr sz="1867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800"/>
              </a:spcBef>
              <a:buNone/>
              <a:defRPr sz="1867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Numbered text</a:t>
            </a:r>
          </a:p>
          <a:p>
            <a:pPr lvl="1"/>
            <a:r>
              <a:rPr lang="en-US" dirty="0"/>
              <a:t>Supporting text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Numbered text</a:t>
            </a:r>
          </a:p>
          <a:p>
            <a:pPr lvl="1"/>
            <a:r>
              <a:rPr lang="en-US" dirty="0"/>
              <a:t>Supporting text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Numbered text</a:t>
            </a:r>
          </a:p>
          <a:p>
            <a:pPr lvl="1"/>
            <a:r>
              <a:rPr lang="en-US" dirty="0"/>
              <a:t>Supporting text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Numbered text</a:t>
            </a:r>
          </a:p>
          <a:p>
            <a:pPr lvl="1"/>
            <a:r>
              <a:rPr lang="en-US" dirty="0"/>
              <a:t>Supporting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FADBE-3030-4F6C-88B1-C1A6FD63B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7438AB-69F3-4117-BCE7-496B6337118A}" type="datetime1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82AB7-CA5B-4BB2-9297-72F42A2F2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© 2020 Cognizant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0976E-13F2-445E-A5C4-28915A054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11AD09-EFF5-4259-BC1F-AFBAA6EE5437}"/>
              </a:ext>
            </a:extLst>
          </p:cNvPr>
          <p:cNvCxnSpPr>
            <a:cxnSpLocks/>
          </p:cNvCxnSpPr>
          <p:nvPr/>
        </p:nvCxnSpPr>
        <p:spPr>
          <a:xfrm>
            <a:off x="513261" y="6254496"/>
            <a:ext cx="1117886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42CD7C5-2D34-4C27-8DA0-D81A9530F1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71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er &amp; 1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AFEE-79A3-4996-B06D-D9A66A9C5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24817"/>
            <a:ext cx="11180064" cy="10607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E17DD-19FC-4C3A-8168-1354DEB9B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1682496"/>
            <a:ext cx="11180064" cy="4425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D511AA-6A21-4D17-A7EA-84E88C35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53F30-6128-4F56-864B-8E32A3136B8D}" type="datetime1">
              <a:rPr lang="en-US" smtClean="0"/>
              <a:t>7/23/2020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B1582F7-096C-4E61-A430-37DE800F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DECEAA4-0F33-4B6D-A269-0A7754EC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B07E44-2946-4C76-AAE8-51C4712E237F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&amp; 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502-C6C7-49CE-8A81-C3BD1B453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064" y="1682496"/>
            <a:ext cx="5486400" cy="4425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A163B-9823-4AA6-93E0-8B7386BC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727" y="1682496"/>
            <a:ext cx="5486400" cy="4425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1A41C7-0BA2-435B-A8CC-4AA343893F35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81FF-D0D3-4C6F-8F24-8EED46A2A633}" type="datetime1">
              <a:rPr lang="en-US" smtClean="0"/>
              <a:t>7/23/2020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7BB291A8-1607-2647-B6CE-131B6257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029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er, 2-Column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2E99A-11B3-4572-AF49-8C29B9699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125"/>
            <a:ext cx="11180064" cy="10607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0DFAA-C481-4FB6-91AE-F3350B8D7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" y="1681163"/>
            <a:ext cx="5486400" cy="768096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b="1" dirty="0">
                <a:solidFill>
                  <a:schemeClr val="tx1"/>
                </a:solidFill>
              </a:defRPr>
            </a:lvl1pPr>
            <a:lvl2pPr marL="0" indent="0">
              <a:buNone/>
              <a:defRPr b="1">
                <a:solidFill>
                  <a:schemeClr val="tx1"/>
                </a:solidFill>
              </a:defRPr>
            </a:lvl2pPr>
            <a:lvl3pPr marL="0" indent="0">
              <a:buNone/>
              <a:defRPr sz="2400" b="1">
                <a:solidFill>
                  <a:schemeClr val="tx1"/>
                </a:solidFill>
              </a:defRPr>
            </a:lvl3pPr>
            <a:lvl4pPr marL="0" indent="0">
              <a:buNone/>
              <a:defRPr sz="2400" b="1">
                <a:solidFill>
                  <a:schemeClr val="tx1"/>
                </a:solidFill>
              </a:defRPr>
            </a:lvl4pPr>
            <a:lvl5pPr marL="0" indent="0">
              <a:buNone/>
              <a:defRPr sz="2400" b="1">
                <a:solidFill>
                  <a:schemeClr val="tx1"/>
                </a:solidFill>
              </a:defRPr>
            </a:lvl5pPr>
            <a:lvl6pPr marL="0" indent="0">
              <a:buNone/>
              <a:defRPr sz="2400" b="1">
                <a:solidFill>
                  <a:schemeClr val="tx1"/>
                </a:solidFill>
              </a:defRPr>
            </a:lvl6pPr>
            <a:lvl7pPr marL="0" indent="0">
              <a:buNone/>
              <a:defRPr sz="2400" b="1">
                <a:solidFill>
                  <a:schemeClr val="tx1"/>
                </a:solidFill>
              </a:defRPr>
            </a:lvl7pPr>
            <a:lvl8pPr marL="0" indent="0">
              <a:buNone/>
              <a:defRPr sz="2400" b="1">
                <a:solidFill>
                  <a:schemeClr val="tx1"/>
                </a:solidFill>
              </a:defRPr>
            </a:lvl8pPr>
            <a:lvl9pPr marL="0" indent="0">
              <a:buNone/>
              <a:defRPr sz="2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E8CC1-FF60-4957-A42D-8194CAF7C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064" y="2505076"/>
            <a:ext cx="5486400" cy="360311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5A43C1-9284-49FF-9858-097A5A251B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9033" y="1681163"/>
            <a:ext cx="5493095" cy="76809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0" indent="0">
              <a:buNone/>
              <a:defRPr sz="2400" b="1">
                <a:solidFill>
                  <a:schemeClr val="tx1"/>
                </a:solidFill>
              </a:defRPr>
            </a:lvl2pPr>
            <a:lvl3pPr marL="0" indent="0">
              <a:buNone/>
              <a:defRPr sz="2400" b="1">
                <a:solidFill>
                  <a:schemeClr val="tx1"/>
                </a:solidFill>
              </a:defRPr>
            </a:lvl3pPr>
            <a:lvl4pPr marL="0" indent="0">
              <a:buNone/>
              <a:defRPr sz="2400" b="1">
                <a:solidFill>
                  <a:schemeClr val="tx1"/>
                </a:solidFill>
              </a:defRPr>
            </a:lvl4pPr>
            <a:lvl5pPr marL="0" indent="0">
              <a:buNone/>
              <a:defRPr sz="2400" b="1">
                <a:solidFill>
                  <a:schemeClr val="tx1"/>
                </a:solidFill>
              </a:defRPr>
            </a:lvl5pPr>
            <a:lvl6pPr marL="0" indent="0">
              <a:buNone/>
              <a:defRPr sz="2400" b="1">
                <a:solidFill>
                  <a:schemeClr val="tx1"/>
                </a:solidFill>
              </a:defRPr>
            </a:lvl6pPr>
            <a:lvl7pPr marL="0" indent="0">
              <a:buNone/>
              <a:defRPr sz="2400" b="1">
                <a:solidFill>
                  <a:schemeClr val="tx1"/>
                </a:solidFill>
              </a:defRPr>
            </a:lvl7pPr>
            <a:lvl8pPr marL="0" indent="0">
              <a:buNone/>
              <a:defRPr sz="2400" b="1">
                <a:solidFill>
                  <a:schemeClr val="tx1"/>
                </a:solidFill>
              </a:defRPr>
            </a:lvl8pPr>
            <a:lvl9pPr marL="0" indent="0">
              <a:buNone/>
              <a:defRPr sz="2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A7AD90-39E3-4265-8B8B-59CFE81D1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9033" y="2505076"/>
            <a:ext cx="5493095" cy="360311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5C4DC-ABAE-46A6-80EC-5588913FA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1CA2-1BB8-4488-9486-D75B3F22FA27}" type="datetime1">
              <a:rPr lang="en-US" smtClean="0"/>
              <a:t>7/23/2020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8F024-F689-477A-A36F-B7F3F4675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2FACED-1B7D-4C4A-9BF0-C7901963B1FA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2AF4E84-7500-A74A-B804-843BD98E8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61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eader &amp; 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E91A-A46E-4B41-88C6-F4AF075C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80064" cy="10607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502-C6C7-49CE-8A81-C3BD1B453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064" y="1682496"/>
            <a:ext cx="3584448" cy="4425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A163B-9823-4AA6-93E0-8B7386BC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09872" y="1682496"/>
            <a:ext cx="3584448" cy="4425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17AA6AF-2E25-4B76-8264-0127F05158B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07680" y="1682496"/>
            <a:ext cx="3584448" cy="4425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A35C2-C0F4-49D9-B722-67323A6F7F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B448586-2ECD-4DC9-8755-A787417C5960}" type="datetime1">
              <a:rPr lang="en-US" smtClean="0"/>
              <a:t>7/23/2020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63F49-35A6-44FE-8D1B-AF1E3728CA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6EBED9-9EFE-447A-BEE0-FCC12D286A78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010ACB70-9EEA-3F49-B29B-6C59D00A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09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&amp; 2-column (1/3, 2/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E91A-A46E-4B41-88C6-F4AF075C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80064" cy="10607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502-C6C7-49CE-8A81-C3BD1B453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064" y="1682496"/>
            <a:ext cx="3584448" cy="4425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A163B-9823-4AA6-93E0-8B7386BC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09872" y="1682496"/>
            <a:ext cx="7382256" cy="4425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1406E-2CA1-499E-A808-27B12449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476A-DE11-4196-83A9-64C7F5D90532}" type="datetime1">
              <a:rPr lang="en-US" smtClean="0"/>
              <a:t>7/23/2020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10D1C-F2EA-46B6-B35A-881C8F5C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49C702-A52C-4836-AD09-FFA898A62A90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46CD866B-E07A-F146-86DC-29251E2D8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777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&amp; 2-column (2/3, 1/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E91A-A46E-4B41-88C6-F4AF075C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80064" cy="10607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502-C6C7-49CE-8A81-C3BD1B453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064" y="1682496"/>
            <a:ext cx="7382256" cy="4425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A163B-9823-4AA6-93E0-8B7386BC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07680" y="1682496"/>
            <a:ext cx="3584448" cy="4425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60974-838A-40CC-8A5B-B6116CA4D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C9D0E-4CA4-4768-9679-D9C2349D3968}" type="datetime1">
              <a:rPr lang="en-US" smtClean="0"/>
              <a:t>7/23/2020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5B230-74A0-418F-BBA9-0B141D8C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C70E20-6501-4F77-9CBC-3806310ED989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8998EC3A-A13E-BC4D-BE5F-EA977113F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534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, Subtitle &amp; 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E91A-A46E-4B41-88C6-F4AF075C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502-C6C7-49CE-8A81-C3BD1B453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063" y="1682496"/>
            <a:ext cx="11180063" cy="106070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A163B-9823-4AA6-93E0-8B7386BC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064" y="2987040"/>
            <a:ext cx="5486400" cy="31211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E69CF19-0589-4E7F-87F9-FC7CAC6AC6D8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6206067" y="2987040"/>
            <a:ext cx="5486400" cy="31211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A1A39-C278-49C1-98BD-03DFB86ACBB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9184F26A-EB8D-4CB5-ACBF-7076142BA891}" type="datetime1">
              <a:rPr lang="en-US" smtClean="0"/>
              <a:t>7/23/2020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8CA9C-FCAF-4B99-B5F6-60AF3219B3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CFE254-800B-4596-8FBC-3984CE5AE788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5E0B9B59-9018-B944-9D33-C6A3425B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42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, Subtitle, 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E91A-A46E-4B41-88C6-F4AF075C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502-C6C7-49CE-8A81-C3BD1B453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063" y="1682496"/>
            <a:ext cx="11180063" cy="106070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A163B-9823-4AA6-93E0-8B7386BC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064" y="2987040"/>
            <a:ext cx="5486400" cy="31211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5B5CE85F-2A75-4693-93B8-CBF7927F72B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05725" y="2987040"/>
            <a:ext cx="5486400" cy="3121152"/>
          </a:xfrm>
        </p:spPr>
        <p:txBody>
          <a:bodyPr anchor="ctr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Drag picture to placeholder or click icon to add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33434-287A-47FC-8826-927D06662D67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C31F982-EB52-4FD2-B7FE-C623B3C80509}" type="datetime1">
              <a:rPr lang="en-US" smtClean="0"/>
              <a:t>7/23/2020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A36B9-835B-4A55-994F-E64CDB64656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D11681F-8020-4D84-9273-264D5F39BDAF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B33F841E-581C-B54A-B1F4-F9B078E70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186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, Subtitle, 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E91A-A46E-4B41-88C6-F4AF075C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502-C6C7-49CE-8A81-C3BD1B453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063" y="1682496"/>
            <a:ext cx="11180063" cy="106070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A163B-9823-4AA6-93E0-8B7386BC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725" y="2987040"/>
            <a:ext cx="5486400" cy="31211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1325C43-3F77-4CF9-8E6F-F5DB1CDCD7D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12063" y="2987040"/>
            <a:ext cx="5486400" cy="3121152"/>
          </a:xfrm>
        </p:spPr>
        <p:txBody>
          <a:bodyPr anchor="ctr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Drag picture to placeholder or click icon to add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3C2E1-148D-4C6B-A6B6-6408779530FF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38093A6-6ED0-4E90-935D-6CFFD0BAF8BD}" type="datetime1">
              <a:rPr lang="en-US" smtClean="0"/>
              <a:t>7/23/2020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6B10EAF-6394-4900-AC77-D434D0DE4BE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C731D1-00A8-4565-A437-8595C7E6650E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69FD0DB7-A972-3A46-84FF-8541CBF6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555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&amp; 6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E91A-A46E-4B41-88C6-F4AF075C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80064" cy="10607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502-C6C7-49CE-8A81-C3BD1B453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064" y="1676679"/>
            <a:ext cx="3584448" cy="21579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A163B-9823-4AA6-93E0-8B7386BC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064" y="4098770"/>
            <a:ext cx="3584448" cy="201167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17AA6AF-2E25-4B76-8264-0127F05158B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15968" y="1676679"/>
            <a:ext cx="3584448" cy="21579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F3A29B0-716A-4C35-A013-3FAC88D7A80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315968" y="4096512"/>
            <a:ext cx="3584448" cy="201167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4F57E95-9B34-49D0-B2D5-56ED760D9CA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07680" y="1682496"/>
            <a:ext cx="3584448" cy="21579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EF22231-FA42-42CF-AB2B-892F463A811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07680" y="4096512"/>
            <a:ext cx="3584448" cy="20116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66D76-6B79-48C4-8251-348E1555D51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B63FEAD-1320-4AB4-A275-0676A0355EDA}" type="datetime1">
              <a:rPr lang="en-US" smtClean="0"/>
              <a:t>7/23/2020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8D6D6-7FF6-449D-9219-4E96EBA4FD1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F1CC7F-1769-4309-B028-FCCD6DB279B4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83B48813-EF18-EC42-A626-021C6F6CA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713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&amp; 2-Column (Numbered text on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E91A-A46E-4B41-88C6-F4AF075C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80064" cy="10607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502-C6C7-49CE-8A81-C3BD1B453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064" y="1682496"/>
            <a:ext cx="5482336" cy="4425696"/>
          </a:xfrm>
        </p:spPr>
        <p:txBody>
          <a:bodyPr/>
          <a:lstStyle>
            <a:lvl1pPr marL="304792" indent="-304792">
              <a:buFont typeface="+mj-lt"/>
              <a:buAutoNum type="arabicPeriod"/>
              <a:defRPr/>
            </a:lvl1pPr>
            <a:lvl2pPr marL="0" indent="0">
              <a:buNone/>
              <a:defRPr sz="1867">
                <a:solidFill>
                  <a:schemeClr val="tx2"/>
                </a:solidFill>
              </a:defRPr>
            </a:lvl2pPr>
            <a:lvl3pPr marL="304792" indent="-304792">
              <a:buClrTx/>
              <a:buSzPct val="125000"/>
              <a:buFont typeface="Arial" panose="020B0604020202020204" pitchFamily="34" charset="0"/>
              <a:buChar char="•"/>
              <a:defRPr sz="1867"/>
            </a:lvl3pPr>
            <a:lvl4pPr marL="609585" indent="-304792">
              <a:buSzPct val="90000"/>
              <a:buFont typeface="Arial" panose="020B0604020202020204" pitchFamily="34" charset="0"/>
              <a:buChar char="–"/>
              <a:defRPr sz="1867"/>
            </a:lvl4pPr>
            <a:lvl5pPr marL="914377" indent="-304792">
              <a:buClrTx/>
              <a:buSzPct val="90000"/>
              <a:buFont typeface="Courier New" panose="02070309020205020404" pitchFamily="49" charset="0"/>
              <a:buChar char="o"/>
              <a:defRPr sz="1867"/>
            </a:lvl5pPr>
            <a:lvl6pPr marL="914377" indent="-304792">
              <a:buClrTx/>
              <a:buSzPct val="90000"/>
              <a:buFont typeface="Courier New" panose="02070309020205020404" pitchFamily="49" charset="0"/>
              <a:buChar char="o"/>
              <a:defRPr sz="1867"/>
            </a:lvl6pPr>
            <a:lvl7pPr marL="914377" indent="-304792">
              <a:buFont typeface="Courier New" panose="02070309020205020404" pitchFamily="49" charset="0"/>
              <a:buChar char="o"/>
              <a:defRPr sz="1867"/>
            </a:lvl7pPr>
            <a:lvl8pPr marL="914377" indent="-304792">
              <a:buFont typeface="Courier New" panose="02070309020205020404" pitchFamily="49" charset="0"/>
              <a:buChar char="o"/>
              <a:defRPr sz="1867"/>
            </a:lvl8pPr>
            <a:lvl9pPr marL="914377" indent="-304792">
              <a:buClrTx/>
              <a:buFont typeface="Courier New" panose="02070309020205020404" pitchFamily="49" charset="0"/>
              <a:buChar char="o"/>
              <a:defRPr sz="18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A163B-9823-4AA6-93E0-8B7386BC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728" y="1682496"/>
            <a:ext cx="5486400" cy="4425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297B0-47B5-4593-9A82-FCAC41DF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3DB7A-2353-4771-B3FF-10F505528829}" type="datetime1">
              <a:rPr lang="en-US" smtClean="0"/>
              <a:t>7/23/2020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06C9F-D7ED-4FD8-B0F6-C6235427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115615-761F-445E-87C9-9E35C790E640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F8CDDEBA-6F3F-434E-96AD-B3B1A310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317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, Numbered 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E91A-A46E-4B41-88C6-F4AF075C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80064" cy="10607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502-C6C7-49CE-8A81-C3BD1B453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064" y="1682496"/>
            <a:ext cx="5482336" cy="4425696"/>
          </a:xfrm>
        </p:spPr>
        <p:txBody>
          <a:bodyPr/>
          <a:lstStyle>
            <a:lvl1pPr marL="304792" indent="-304792">
              <a:buFont typeface="+mj-lt"/>
              <a:buAutoNum type="arabicPeriod"/>
              <a:defRPr/>
            </a:lvl1pPr>
            <a:lvl2pPr marL="0" indent="0">
              <a:buNone/>
              <a:defRPr sz="1867">
                <a:solidFill>
                  <a:schemeClr val="tx2"/>
                </a:solidFill>
              </a:defRPr>
            </a:lvl2pPr>
            <a:lvl3pPr marL="304792" indent="-304792">
              <a:buClrTx/>
              <a:buSzPct val="125000"/>
              <a:buFont typeface="Arial" panose="020B0604020202020204" pitchFamily="34" charset="0"/>
              <a:buChar char="•"/>
              <a:defRPr sz="1867"/>
            </a:lvl3pPr>
            <a:lvl4pPr marL="609585" indent="-304792">
              <a:buSzPct val="90000"/>
              <a:buFont typeface="Arial" panose="020B0604020202020204" pitchFamily="34" charset="0"/>
              <a:buChar char="–"/>
              <a:defRPr sz="1867"/>
            </a:lvl4pPr>
            <a:lvl5pPr marL="914377" indent="-304792">
              <a:buClrTx/>
              <a:buSzPct val="90000"/>
              <a:buFont typeface="Courier New" panose="02070309020205020404" pitchFamily="49" charset="0"/>
              <a:buChar char="o"/>
              <a:defRPr sz="1867"/>
            </a:lvl5pPr>
            <a:lvl6pPr marL="914377" indent="-304792">
              <a:buClrTx/>
              <a:buSzPct val="90000"/>
              <a:buFont typeface="Courier New" panose="02070309020205020404" pitchFamily="49" charset="0"/>
              <a:buChar char="o"/>
              <a:defRPr sz="1867"/>
            </a:lvl6pPr>
            <a:lvl7pPr marL="914377" indent="-304792">
              <a:buFont typeface="Courier New" panose="02070309020205020404" pitchFamily="49" charset="0"/>
              <a:buChar char="o"/>
              <a:defRPr sz="1867"/>
            </a:lvl7pPr>
            <a:lvl8pPr marL="914377" indent="-304792">
              <a:buFont typeface="Courier New" panose="02070309020205020404" pitchFamily="49" charset="0"/>
              <a:buChar char="o"/>
              <a:defRPr sz="1867"/>
            </a:lvl8pPr>
            <a:lvl9pPr marL="914377" indent="-304792">
              <a:buClrTx/>
              <a:buFont typeface="Courier New" panose="02070309020205020404" pitchFamily="49" charset="0"/>
              <a:buChar char="o"/>
              <a:defRPr sz="18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297B0-47B5-4593-9A82-FCAC41DF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C7524-FC1A-46C2-9500-34C561B73B52}" type="datetime1">
              <a:rPr lang="en-US" smtClean="0"/>
              <a:t>7/23/2020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06C9F-D7ED-4FD8-B0F6-C6235427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115615-761F-445E-87C9-9E35C790E640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0A897C52-38E8-4C02-B11A-8278FD59AD0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5728" y="1682495"/>
            <a:ext cx="5986272" cy="4425696"/>
          </a:xfrm>
        </p:spPr>
        <p:txBody>
          <a:bodyPr anchor="ctr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Drag picture to placeholder or click icon to add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62E09F2D-4BD1-1844-A4AD-E63303ED0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981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, Numbered Text &amp;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E91A-A46E-4B41-88C6-F4AF075C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80064" cy="10607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502-C6C7-49CE-8A81-C3BD1B453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064" y="1682496"/>
            <a:ext cx="5482336" cy="4425696"/>
          </a:xfrm>
        </p:spPr>
        <p:txBody>
          <a:bodyPr/>
          <a:lstStyle>
            <a:lvl1pPr marL="304792" indent="-304792">
              <a:buFont typeface="+mj-lt"/>
              <a:buAutoNum type="arabicPeriod"/>
              <a:defRPr/>
            </a:lvl1pPr>
            <a:lvl2pPr marL="0" indent="0">
              <a:buNone/>
              <a:defRPr sz="1867">
                <a:solidFill>
                  <a:schemeClr val="tx2"/>
                </a:solidFill>
              </a:defRPr>
            </a:lvl2pPr>
            <a:lvl3pPr marL="304792" indent="-304792">
              <a:buClrTx/>
              <a:buSzPct val="125000"/>
              <a:buFont typeface="Arial" panose="020B0604020202020204" pitchFamily="34" charset="0"/>
              <a:buChar char="•"/>
              <a:defRPr sz="1867"/>
            </a:lvl3pPr>
            <a:lvl4pPr marL="609585" indent="-304792">
              <a:buSzPct val="90000"/>
              <a:buFont typeface="Arial" panose="020B0604020202020204" pitchFamily="34" charset="0"/>
              <a:buChar char="–"/>
              <a:defRPr sz="1867"/>
            </a:lvl4pPr>
            <a:lvl5pPr marL="914377" indent="-304792">
              <a:buClrTx/>
              <a:buSzPct val="90000"/>
              <a:buFont typeface="Courier New" panose="02070309020205020404" pitchFamily="49" charset="0"/>
              <a:buChar char="o"/>
              <a:defRPr sz="1867"/>
            </a:lvl5pPr>
            <a:lvl6pPr marL="914377" indent="-304792">
              <a:buClrTx/>
              <a:buSzPct val="90000"/>
              <a:buFont typeface="Courier New" panose="02070309020205020404" pitchFamily="49" charset="0"/>
              <a:buChar char="o"/>
              <a:defRPr sz="1867"/>
            </a:lvl6pPr>
            <a:lvl7pPr marL="914377" indent="-304792">
              <a:buFont typeface="Courier New" panose="02070309020205020404" pitchFamily="49" charset="0"/>
              <a:buChar char="o"/>
              <a:defRPr sz="1867"/>
            </a:lvl7pPr>
            <a:lvl8pPr marL="914377" indent="-304792">
              <a:buFont typeface="Courier New" panose="02070309020205020404" pitchFamily="49" charset="0"/>
              <a:buChar char="o"/>
              <a:defRPr sz="1867"/>
            </a:lvl8pPr>
            <a:lvl9pPr marL="914377" indent="-304792">
              <a:buClrTx/>
              <a:buFont typeface="Courier New" panose="02070309020205020404" pitchFamily="49" charset="0"/>
              <a:buChar char="o"/>
              <a:defRPr sz="18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297B0-47B5-4593-9A82-FCAC41DF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F0D98-4180-48DA-BDBB-503D6C1AEED7}" type="datetime1">
              <a:rPr lang="en-US" smtClean="0"/>
              <a:t>7/23/2020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06C9F-D7ED-4FD8-B0F6-C6235427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115615-761F-445E-87C9-9E35C790E640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dia Placeholder 7">
            <a:extLst>
              <a:ext uri="{FF2B5EF4-FFF2-40B4-BE49-F238E27FC236}">
                <a16:creationId xmlns:a16="http://schemas.microsoft.com/office/drawing/2014/main" id="{C20B5319-2B45-4252-BEAB-FDF0E14B7070}"/>
              </a:ext>
            </a:extLst>
          </p:cNvPr>
          <p:cNvSpPr>
            <a:spLocks noGrp="1"/>
          </p:cNvSpPr>
          <p:nvPr>
            <p:ph type="media" sz="quarter" idx="14" hasCustomPrompt="1"/>
          </p:nvPr>
        </p:nvSpPr>
        <p:spPr>
          <a:xfrm>
            <a:off x="6205728" y="1682496"/>
            <a:ext cx="5986272" cy="44256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Insert Media here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E99F6891-670E-0E4D-A987-9E8E855A2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9075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&amp; 2-Column (Numbered text on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E91A-A46E-4B41-88C6-F4AF075C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80064" cy="10607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502-C6C7-49CE-8A81-C3BD1B453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9792" y="1682496"/>
            <a:ext cx="5482336" cy="4425696"/>
          </a:xfrm>
        </p:spPr>
        <p:txBody>
          <a:bodyPr/>
          <a:lstStyle>
            <a:lvl1pPr marL="304792" indent="-304792">
              <a:buFont typeface="+mj-lt"/>
              <a:buAutoNum type="arabicPeriod"/>
              <a:defRPr/>
            </a:lvl1pPr>
            <a:lvl2pPr marL="0" indent="0">
              <a:buNone/>
              <a:defRPr sz="1867">
                <a:solidFill>
                  <a:schemeClr val="tx2"/>
                </a:solidFill>
              </a:defRPr>
            </a:lvl2pPr>
            <a:lvl3pPr marL="304792" indent="-304792">
              <a:buClrTx/>
              <a:buSzPct val="125000"/>
              <a:buFont typeface="Arial" panose="020B0604020202020204" pitchFamily="34" charset="0"/>
              <a:buChar char="•"/>
              <a:defRPr sz="1867"/>
            </a:lvl3pPr>
            <a:lvl4pPr marL="609585" indent="-304792">
              <a:buClrTx/>
              <a:buSzPct val="90000"/>
              <a:buFont typeface="Arial" panose="020B0604020202020204" pitchFamily="34" charset="0"/>
              <a:buChar char="–"/>
              <a:defRPr sz="1867"/>
            </a:lvl4pPr>
            <a:lvl5pPr marL="914377" indent="-304792">
              <a:buClrTx/>
              <a:buSzPct val="90000"/>
              <a:buFont typeface="Courier New" panose="02070309020205020404" pitchFamily="49" charset="0"/>
              <a:buChar char="o"/>
              <a:defRPr sz="1867"/>
            </a:lvl5pPr>
            <a:lvl6pPr marL="914377" indent="-304792">
              <a:buClrTx/>
              <a:buSzPct val="90000"/>
              <a:buFont typeface="Courier New" panose="02070309020205020404" pitchFamily="49" charset="0"/>
              <a:buChar char="o"/>
              <a:defRPr sz="1867"/>
            </a:lvl6pPr>
            <a:lvl7pPr marL="914377" indent="-304792">
              <a:buClrTx/>
              <a:buFont typeface="Courier New" panose="02070309020205020404" pitchFamily="49" charset="0"/>
              <a:buChar char="o"/>
              <a:defRPr sz="1867"/>
            </a:lvl7pPr>
            <a:lvl8pPr marL="914377" indent="-304792">
              <a:buClrTx/>
              <a:buFont typeface="Courier New" panose="02070309020205020404" pitchFamily="49" charset="0"/>
              <a:buChar char="o"/>
              <a:defRPr sz="1867"/>
            </a:lvl8pPr>
            <a:lvl9pPr marL="914377" indent="-304792">
              <a:buClrTx/>
              <a:buFont typeface="Courier New" panose="02070309020205020404" pitchFamily="49" charset="0"/>
              <a:buChar char="o"/>
              <a:defRPr sz="18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A163B-9823-4AA6-93E0-8B7386BC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064" y="1682496"/>
            <a:ext cx="5486400" cy="4425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B50EE-F85F-414C-BE60-AD14E1007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2654F-17B7-4958-B948-36D57110D1B7}" type="datetime1">
              <a:rPr lang="en-US" smtClean="0"/>
              <a:t>7/23/2020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D98C7-B739-4171-A506-25C2647C3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871DB6-0162-4A88-A1DE-BA2AD504F4FC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7C0C360F-91A2-F444-8A7A-E8CA027E2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0443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Header, Picture &amp; Numb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E91A-A46E-4B41-88C6-F4AF075C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80064" cy="10607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502-C6C7-49CE-8A81-C3BD1B453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9792" y="1682496"/>
            <a:ext cx="5482336" cy="4425696"/>
          </a:xfrm>
        </p:spPr>
        <p:txBody>
          <a:bodyPr/>
          <a:lstStyle>
            <a:lvl1pPr marL="304792" indent="-304792">
              <a:buFont typeface="+mj-lt"/>
              <a:buAutoNum type="arabicPeriod"/>
              <a:defRPr/>
            </a:lvl1pPr>
            <a:lvl2pPr marL="0" indent="0">
              <a:buNone/>
              <a:defRPr sz="1867">
                <a:solidFill>
                  <a:schemeClr val="tx2"/>
                </a:solidFill>
              </a:defRPr>
            </a:lvl2pPr>
            <a:lvl3pPr marL="304792" indent="-304792">
              <a:buClrTx/>
              <a:buSzPct val="125000"/>
              <a:buFont typeface="Arial" panose="020B0604020202020204" pitchFamily="34" charset="0"/>
              <a:buChar char="•"/>
              <a:defRPr sz="1867"/>
            </a:lvl3pPr>
            <a:lvl4pPr marL="609585" indent="-304792">
              <a:buClrTx/>
              <a:buSzPct val="90000"/>
              <a:buFont typeface="Arial" panose="020B0604020202020204" pitchFamily="34" charset="0"/>
              <a:buChar char="–"/>
              <a:defRPr sz="1867"/>
            </a:lvl4pPr>
            <a:lvl5pPr marL="914377" indent="-304792">
              <a:buClrTx/>
              <a:buSzPct val="90000"/>
              <a:buFont typeface="Courier New" panose="02070309020205020404" pitchFamily="49" charset="0"/>
              <a:buChar char="o"/>
              <a:defRPr sz="1867"/>
            </a:lvl5pPr>
            <a:lvl6pPr marL="914377" indent="-304792">
              <a:buClrTx/>
              <a:buSzPct val="90000"/>
              <a:buFont typeface="Courier New" panose="02070309020205020404" pitchFamily="49" charset="0"/>
              <a:buChar char="o"/>
              <a:defRPr sz="1867"/>
            </a:lvl6pPr>
            <a:lvl7pPr marL="914377" indent="-304792">
              <a:buClrTx/>
              <a:buFont typeface="Courier New" panose="02070309020205020404" pitchFamily="49" charset="0"/>
              <a:buChar char="o"/>
              <a:defRPr sz="1867"/>
            </a:lvl7pPr>
            <a:lvl8pPr marL="914377" indent="-304792">
              <a:buClrTx/>
              <a:buFont typeface="Courier New" panose="02070309020205020404" pitchFamily="49" charset="0"/>
              <a:buChar char="o"/>
              <a:defRPr sz="1867"/>
            </a:lvl8pPr>
            <a:lvl9pPr marL="914377" indent="-304792">
              <a:buClrTx/>
              <a:buFont typeface="Courier New" panose="02070309020205020404" pitchFamily="49" charset="0"/>
              <a:buChar char="o"/>
              <a:defRPr sz="18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B50EE-F85F-414C-BE60-AD14E1007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EC9F-21C7-4893-B939-9C276BE2401A}" type="datetime1">
              <a:rPr lang="en-US" smtClean="0"/>
              <a:t>7/23/2020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D98C7-B739-4171-A506-25C2647C3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871DB6-0162-4A88-A1DE-BA2AD504F4FC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B791A77E-A9F3-439D-B41C-153F4D9DA61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1682496"/>
            <a:ext cx="5998464" cy="442569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49FE3948-E772-9A44-88E5-88B8E648E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Header, Media &amp; Numb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E91A-A46E-4B41-88C6-F4AF075C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80064" cy="10607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502-C6C7-49CE-8A81-C3BD1B453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9792" y="1682496"/>
            <a:ext cx="5482336" cy="4425696"/>
          </a:xfrm>
        </p:spPr>
        <p:txBody>
          <a:bodyPr/>
          <a:lstStyle>
            <a:lvl1pPr marL="304792" indent="-304792">
              <a:buFont typeface="+mj-lt"/>
              <a:buAutoNum type="arabicPeriod"/>
              <a:defRPr/>
            </a:lvl1pPr>
            <a:lvl2pPr marL="0" indent="0">
              <a:buNone/>
              <a:defRPr sz="1867">
                <a:solidFill>
                  <a:schemeClr val="tx2"/>
                </a:solidFill>
              </a:defRPr>
            </a:lvl2pPr>
            <a:lvl3pPr marL="304792" indent="-304792">
              <a:buClrTx/>
              <a:buSzPct val="125000"/>
              <a:buFont typeface="Arial" panose="020B0604020202020204" pitchFamily="34" charset="0"/>
              <a:buChar char="•"/>
              <a:defRPr sz="1867"/>
            </a:lvl3pPr>
            <a:lvl4pPr marL="609585" indent="-304792">
              <a:buClrTx/>
              <a:buSzPct val="90000"/>
              <a:buFont typeface="Arial" panose="020B0604020202020204" pitchFamily="34" charset="0"/>
              <a:buChar char="–"/>
              <a:defRPr sz="1867"/>
            </a:lvl4pPr>
            <a:lvl5pPr marL="914377" indent="-304792">
              <a:buClrTx/>
              <a:buSzPct val="90000"/>
              <a:buFont typeface="Courier New" panose="02070309020205020404" pitchFamily="49" charset="0"/>
              <a:buChar char="o"/>
              <a:defRPr sz="1867"/>
            </a:lvl5pPr>
            <a:lvl6pPr marL="914377" indent="-304792">
              <a:buClrTx/>
              <a:buSzPct val="90000"/>
              <a:buFont typeface="Courier New" panose="02070309020205020404" pitchFamily="49" charset="0"/>
              <a:buChar char="o"/>
              <a:defRPr sz="1867"/>
            </a:lvl6pPr>
            <a:lvl7pPr marL="914377" indent="-304792">
              <a:buClrTx/>
              <a:buFont typeface="Courier New" panose="02070309020205020404" pitchFamily="49" charset="0"/>
              <a:buChar char="o"/>
              <a:defRPr sz="1867"/>
            </a:lvl7pPr>
            <a:lvl8pPr marL="914377" indent="-304792">
              <a:buClrTx/>
              <a:buFont typeface="Courier New" panose="02070309020205020404" pitchFamily="49" charset="0"/>
              <a:buChar char="o"/>
              <a:defRPr sz="1867"/>
            </a:lvl8pPr>
            <a:lvl9pPr marL="914377" indent="-304792">
              <a:buClrTx/>
              <a:buFont typeface="Courier New" panose="02070309020205020404" pitchFamily="49" charset="0"/>
              <a:buChar char="o"/>
              <a:defRPr sz="18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B50EE-F85F-414C-BE60-AD14E1007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0CBD-65A8-4849-A2FC-BBD11F4C4E64}" type="datetime1">
              <a:rPr lang="en-US" smtClean="0"/>
              <a:t>7/23/2020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D98C7-B739-4171-A506-25C2647C3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871DB6-0162-4A88-A1DE-BA2AD504F4FC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dia Placeholder 7">
            <a:extLst>
              <a:ext uri="{FF2B5EF4-FFF2-40B4-BE49-F238E27FC236}">
                <a16:creationId xmlns:a16="http://schemas.microsoft.com/office/drawing/2014/main" id="{7A841180-8D0B-4829-9826-A334842E6739}"/>
              </a:ext>
            </a:extLst>
          </p:cNvPr>
          <p:cNvSpPr>
            <a:spLocks noGrp="1"/>
          </p:cNvSpPr>
          <p:nvPr>
            <p:ph type="media" sz="quarter" idx="14" hasCustomPrompt="1"/>
          </p:nvPr>
        </p:nvSpPr>
        <p:spPr>
          <a:xfrm>
            <a:off x="0" y="1682496"/>
            <a:ext cx="5998464" cy="4425696"/>
          </a:xfrm>
        </p:spPr>
        <p:txBody>
          <a:bodyPr anchor="ctr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Media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0FD2082F-8076-8C44-AA9F-309016D44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5949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dvance Divider 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81C643-B400-4457-BA76-DC5CEB304A5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31769" cy="6858000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47FCECF-73EE-4938-97F6-6222F9DD45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87296" y="1633728"/>
            <a:ext cx="8961120" cy="2292096"/>
          </a:xfrm>
        </p:spPr>
        <p:txBody>
          <a:bodyPr anchor="t" anchorCtr="0">
            <a:noAutofit/>
          </a:bodyPr>
          <a:lstStyle>
            <a:lvl1pPr>
              <a:defRPr sz="5867">
                <a:solidFill>
                  <a:schemeClr val="tx1"/>
                </a:solidFill>
              </a:defRPr>
            </a:lvl1pPr>
            <a:lvl2pPr marL="309026" indent="-309026">
              <a:buNone/>
              <a:defRPr sz="5867">
                <a:solidFill>
                  <a:schemeClr val="tx1"/>
                </a:solidFill>
              </a:defRPr>
            </a:lvl2pPr>
            <a:lvl3pPr marL="304792" indent="-30479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tx1"/>
                </a:solidFill>
              </a:defRPr>
            </a:lvl4pPr>
            <a:lvl5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tx1"/>
                </a:solidFill>
              </a:defRPr>
            </a:lvl5pPr>
            <a:lvl6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tx1"/>
                </a:solidFill>
              </a:defRPr>
            </a:lvl6pPr>
            <a:lvl7pPr marL="0" indent="0">
              <a:buClrTx/>
              <a:buNone/>
              <a:defRPr sz="1600" i="1">
                <a:solidFill>
                  <a:schemeClr val="tx1"/>
                </a:solidFill>
              </a:defRPr>
            </a:lvl7pPr>
            <a:lvl8pPr marL="0" indent="0">
              <a:buClrTx/>
              <a:buNone/>
              <a:defRPr sz="1600" i="1">
                <a:solidFill>
                  <a:schemeClr val="tx1"/>
                </a:solidFill>
              </a:defRPr>
            </a:lvl8pPr>
            <a:lvl9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ECB6D0-2A5A-4D58-8FE1-4A2994CDFC5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315200" y="6400800"/>
            <a:ext cx="1219200" cy="207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52AFCA9-3E85-478F-9563-48DB3849D82E}" type="datetime1">
              <a:rPr lang="en-US" smtClean="0"/>
              <a:t>7/23/2020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15279A-CBE5-442B-9406-3D6FDD83D72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987295" y="6400800"/>
            <a:ext cx="6096000" cy="207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2020 Cognizant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F1E75-A9F9-49B6-874A-F457E114AC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>
          <a:xfrm>
            <a:off x="414528" y="6400800"/>
            <a:ext cx="304800" cy="2072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37EAAD-C2F6-40CC-8C2D-A4C3970B3E6F}"/>
              </a:ext>
            </a:extLst>
          </p:cNvPr>
          <p:cNvCxnSpPr>
            <a:cxnSpLocks/>
          </p:cNvCxnSpPr>
          <p:nvPr/>
        </p:nvCxnSpPr>
        <p:spPr>
          <a:xfrm>
            <a:off x="1987295" y="1463040"/>
            <a:ext cx="8961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250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hite Divider 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47FCECF-73EE-4938-97F6-6222F9DD45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3712" y="1633728"/>
            <a:ext cx="8961120" cy="2292096"/>
          </a:xfrm>
        </p:spPr>
        <p:txBody>
          <a:bodyPr anchor="t" anchorCtr="0">
            <a:noAutofit/>
          </a:bodyPr>
          <a:lstStyle>
            <a:lvl1pPr>
              <a:defRPr sz="5867">
                <a:solidFill>
                  <a:schemeClr val="tx1"/>
                </a:solidFill>
              </a:defRPr>
            </a:lvl1pPr>
            <a:lvl2pPr marL="309026" indent="-309026">
              <a:buNone/>
              <a:defRPr sz="5867">
                <a:solidFill>
                  <a:schemeClr val="tx1"/>
                </a:solidFill>
              </a:defRPr>
            </a:lvl2pPr>
            <a:lvl3pPr marL="304792" indent="-304792">
              <a:buClrTx/>
              <a:buSzPct val="125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tx1"/>
                </a:solidFill>
              </a:defRPr>
            </a:lvl4pPr>
            <a:lvl5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tx1"/>
                </a:solidFill>
              </a:defRPr>
            </a:lvl5pPr>
            <a:lvl6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tx1"/>
                </a:solidFill>
                <a:latin typeface="+mn-lt"/>
              </a:defRPr>
            </a:lvl6pPr>
            <a:lvl7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tx1"/>
                </a:solidFill>
              </a:defRPr>
            </a:lvl7pPr>
            <a:lvl8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tx1"/>
                </a:solidFill>
              </a:defRPr>
            </a:lvl8pPr>
            <a:lvl9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ECB6D0-2A5A-4D58-8FE1-4A2994CDFC5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016349A-A988-4301-8C12-86E9A91CD7E2}" type="datetime1">
              <a:rPr lang="en-US" smtClean="0"/>
              <a:t>7/23/2020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F1E75-A9F9-49B6-874A-F457E114AC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14528" y="6400800"/>
            <a:ext cx="304800" cy="207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37EAAD-C2F6-40CC-8C2D-A4C3970B3E6F}"/>
              </a:ext>
            </a:extLst>
          </p:cNvPr>
          <p:cNvCxnSpPr>
            <a:cxnSpLocks/>
          </p:cNvCxnSpPr>
          <p:nvPr/>
        </p:nvCxnSpPr>
        <p:spPr>
          <a:xfrm>
            <a:off x="743712" y="1463040"/>
            <a:ext cx="8961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8AC80E6-2235-044E-8210-9F3C17CE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463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ue Divider / 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47FCECF-73EE-4938-97F6-6222F9DD45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3712" y="1633728"/>
            <a:ext cx="8961120" cy="2292096"/>
          </a:xfrm>
        </p:spPr>
        <p:txBody>
          <a:bodyPr anchor="t" anchorCtr="0">
            <a:noAutofit/>
          </a:bodyPr>
          <a:lstStyle>
            <a:lvl1pPr>
              <a:defRPr sz="5867">
                <a:solidFill>
                  <a:schemeClr val="bg1"/>
                </a:solidFill>
              </a:defRPr>
            </a:lvl1pPr>
            <a:lvl2pPr marL="309026" indent="-309026">
              <a:buNone/>
              <a:defRPr sz="5867">
                <a:solidFill>
                  <a:schemeClr val="bg1"/>
                </a:solidFill>
              </a:defRPr>
            </a:lvl2pPr>
            <a:lvl3pPr marL="304792" indent="-304792">
              <a:buClrTx/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bg1"/>
                </a:solidFill>
                <a:latin typeface="+mn-lt"/>
              </a:defRPr>
            </a:lvl4pPr>
            <a:lvl5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bg1"/>
                </a:solidFill>
                <a:latin typeface="+mn-lt"/>
              </a:defRPr>
            </a:lvl5pPr>
            <a:lvl6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bg1"/>
                </a:solidFill>
                <a:latin typeface="+mn-lt"/>
              </a:defRPr>
            </a:lvl6pPr>
            <a:lvl7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bg1"/>
                </a:solidFill>
                <a:latin typeface="+mn-lt"/>
              </a:defRPr>
            </a:lvl7pPr>
            <a:lvl8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bg1"/>
                </a:solidFill>
                <a:latin typeface="+mn-lt"/>
              </a:defRPr>
            </a:lvl8pPr>
            <a:lvl9pPr marL="0" indent="0">
              <a:buClrTx/>
              <a:buFont typeface="Arial" panose="020B0604020202020204" pitchFamily="34" charset="0"/>
              <a:buNone/>
              <a:defRPr sz="1600" i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ECB6D0-2A5A-4D58-8FE1-4A2994CDFC5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6B817C-3BF8-4C5D-8738-E481F3B9198A}" type="datetime1">
              <a:rPr lang="en-US" smtClean="0"/>
              <a:t>7/23/2020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15279A-CBE5-442B-9406-3D6FDD83D72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43712" y="6400800"/>
            <a:ext cx="6096000" cy="2072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 smtClean="0"/>
              <a:t>© 2020 Cognizant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F1E75-A9F9-49B6-874A-F457E114AC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14528" y="6400800"/>
            <a:ext cx="304800" cy="2072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37EAAD-C2F6-40CC-8C2D-A4C3970B3E6F}"/>
              </a:ext>
            </a:extLst>
          </p:cNvPr>
          <p:cNvCxnSpPr>
            <a:cxnSpLocks/>
          </p:cNvCxnSpPr>
          <p:nvPr/>
        </p:nvCxnSpPr>
        <p:spPr>
          <a:xfrm>
            <a:off x="743712" y="1463040"/>
            <a:ext cx="8961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42CD7C5-2D34-4C27-8DA0-D81A9530F1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441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48B4-F4ED-4DA0-AE35-136D1133A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65DC66A-BAB7-4355-9ED4-0CA743C61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8A13-B2DF-4AF9-A5D5-84149496BD63}" type="datetime1">
              <a:rPr lang="en-US" smtClean="0"/>
              <a:t>7/23/2020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49D8E0-67E3-4D7E-847C-95CFA1F84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92D58F-27A5-440B-BDDC-757CC6F1E323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220DD30C-ECD1-1644-A959-390252A67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2988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09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Drag picture to placeholder or click icon to add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A1AF48-9BFD-46FF-86A7-B55749512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5" y="365760"/>
            <a:ext cx="11176583" cy="10607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0A9DCA-C8FA-4C09-B99A-DC34A0B4293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A6EA21-38F4-45CF-8873-3FAB15F54E64}" type="datetime1">
              <a:rPr lang="en-US" smtClean="0"/>
              <a:t>7/23/2020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1AAD6-6BF9-44BD-8B5E-441D9E17EC6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3E2704D-D973-44F5-AFE3-5458B42961F6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8BF12C99-8EA9-8543-A541-43D938AB6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2771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09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Drag picture to placeholder or click icon to add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723C8-B7B3-4950-BDEC-A8C820F2E9F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F913796-23E1-441A-9C7E-ACED1EAC0441}" type="datetime1">
              <a:rPr lang="en-US" smtClean="0"/>
              <a:t>7/23/2020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F68D0-3D52-4AAE-BAD5-E685A44EC4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C0B7B8-5D2E-4DC2-8ED6-129DC4E412E4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ECFB6863-B5B7-0140-85FD-02621B513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650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" y="4267200"/>
            <a:ext cx="12191999" cy="18288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6472576-AA86-442F-942A-4D33C4E2B31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12064" y="365760"/>
            <a:ext cx="11180064" cy="3657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71916-F690-4209-B46C-EC1B2FCDBE7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F060C80-704F-43B2-99E2-DE75684A45BB}" type="datetime1">
              <a:rPr lang="en-US" smtClean="0"/>
              <a:t>7/23/2020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8C4C5-03BD-4CB4-9145-5AD4CD061F5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861592-E564-44B4-A852-0D4E56011C1F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974595DE-7C5A-1440-A295-B38887382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5299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a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0960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media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D9B5BD-B7AB-4911-895E-9E202985C1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DC4B08-FA67-41DA-B585-1B21E50A7E6B}" type="datetime1">
              <a:rPr lang="en-US" smtClean="0"/>
              <a:t>7/23/2020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81F65-3889-43EC-925C-AE198E6C39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A89284-C4DA-40FB-8673-D09F327E1187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2D5E5937-0AE7-5C4F-B62B-F0885DA72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518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&amp;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524000"/>
            <a:ext cx="12192000" cy="45720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media here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7701FDA-857B-4B97-A1E3-A1B888D9C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5" y="365760"/>
            <a:ext cx="11176583" cy="10607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CC38F-9F2A-422F-979B-8828A725FA8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9F43E6-C7FE-42CA-859E-4E383B87859B}" type="datetime1">
              <a:rPr lang="en-US" smtClean="0"/>
              <a:t>7/23/2020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DFD90-6BB1-437F-9F87-F0EE11D6B0F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E7E8EB-BBE8-401F-8C15-7A754DD1C2CB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54A08E0D-E690-A34B-A0BB-B8794438F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5240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a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A163B-9823-4AA6-93E0-8B7386BC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728" y="365762"/>
            <a:ext cx="5486400" cy="573023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Media Placeholder 15">
            <a:extLst>
              <a:ext uri="{FF2B5EF4-FFF2-40B4-BE49-F238E27FC236}">
                <a16:creationId xmlns:a16="http://schemas.microsoft.com/office/drawing/2014/main" id="{CEB5CA12-0E7C-45C9-92C9-E64DA0065752}"/>
              </a:ext>
            </a:extLst>
          </p:cNvPr>
          <p:cNvSpPr>
            <a:spLocks noGrp="1"/>
          </p:cNvSpPr>
          <p:nvPr>
            <p:ph type="media" sz="quarter" idx="17" hasCustomPrompt="1"/>
          </p:nvPr>
        </p:nvSpPr>
        <p:spPr>
          <a:xfrm>
            <a:off x="0" y="0"/>
            <a:ext cx="5998464" cy="6096000"/>
          </a:xfrm>
        </p:spPr>
        <p:txBody>
          <a:bodyPr anchor="ctr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media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91859-85A6-4652-BB50-DE18F40DAE1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AD9A26B-1CAF-4BC4-9FA9-F0CB36A8E203}" type="datetime1">
              <a:rPr lang="en-US" smtClean="0"/>
              <a:t>7/23/2020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677D8-5DFC-45CA-854E-7E2FDF7D479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6A4D1D-419D-453A-9A35-9EF2960602A8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72FDEBDC-DC26-5042-BA16-E75DDE310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61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A163B-9823-4AA6-93E0-8B7386BC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728" y="324816"/>
            <a:ext cx="5486400" cy="573023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E3F330-9F76-4B2D-936C-BA16606110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998633" cy="6096000"/>
          </a:xfrm>
        </p:spPr>
        <p:txBody>
          <a:bodyPr anchor="ctr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Drag picture to placeholder or click icon to add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1D49F-49AB-492E-AADA-3FDC394DFDF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9955BD9-9F9F-4BE3-9E8F-5845F8252A2B}" type="datetime1">
              <a:rPr lang="en-US" smtClean="0"/>
              <a:t>7/23/2020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EC04C-1500-45F6-8042-1CE988757A4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2DAA9B-CFA7-4AA1-B116-CD98263A7298}"/>
              </a:ext>
            </a:extLst>
          </p:cNvPr>
          <p:cNvCxnSpPr>
            <a:cxnSpLocks/>
          </p:cNvCxnSpPr>
          <p:nvPr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B0FBDCD-BEEF-402D-8FD6-B67C618D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9139926" y="6364225"/>
            <a:ext cx="2545508" cy="288649"/>
          </a:xfrm>
          <a:prstGeom prst="rect">
            <a:avLst/>
          </a:prstGeom>
        </p:spPr>
      </p:pic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2AB45BA1-86D5-9646-8EAB-32F862AA4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440" y="6400800"/>
            <a:ext cx="6096000" cy="207264"/>
          </a:xfrm>
        </p:spPr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1794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9D512A5-02AD-4CE7-95D7-2098ED248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968"/>
            <a:ext cx="12177836" cy="68500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6864" y="2438400"/>
            <a:ext cx="10363200" cy="438912"/>
          </a:xfrm>
        </p:spPr>
        <p:txBody>
          <a:bodyPr anchor="b" anchorCtr="0">
            <a:noAutofit/>
          </a:bodyPr>
          <a:lstStyle>
            <a:lvl1pPr>
              <a:defRPr sz="4267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816864" y="3255264"/>
            <a:ext cx="10363200" cy="8412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667">
                <a:solidFill>
                  <a:schemeClr val="tx1"/>
                </a:solidFill>
              </a:defRPr>
            </a:lvl1pPr>
            <a:lvl2pPr marL="0" indent="0">
              <a:buNone/>
              <a:defRPr sz="2667">
                <a:solidFill>
                  <a:schemeClr val="tx1"/>
                </a:solidFill>
              </a:defRPr>
            </a:lvl2pPr>
            <a:lvl3pPr marL="0" indent="0">
              <a:buNone/>
              <a:defRPr sz="2667">
                <a:solidFill>
                  <a:schemeClr val="tx1"/>
                </a:solidFill>
              </a:defRPr>
            </a:lvl3pPr>
            <a:lvl4pPr marL="0" indent="0">
              <a:buNone/>
              <a:defRPr sz="2667">
                <a:solidFill>
                  <a:schemeClr val="tx1"/>
                </a:solidFill>
              </a:defRPr>
            </a:lvl4pPr>
            <a:lvl5pPr marL="0" indent="0">
              <a:buNone/>
              <a:defRPr sz="2667">
                <a:solidFill>
                  <a:schemeClr val="tx1"/>
                </a:solidFill>
              </a:defRPr>
            </a:lvl5pPr>
            <a:lvl6pPr marL="0" indent="0">
              <a:buNone/>
              <a:defRPr sz="2667">
                <a:solidFill>
                  <a:schemeClr val="tx1"/>
                </a:solidFill>
              </a:defRPr>
            </a:lvl6pPr>
            <a:lvl7pPr marL="0" indent="0">
              <a:buNone/>
              <a:defRPr sz="2667">
                <a:solidFill>
                  <a:schemeClr val="tx1"/>
                </a:solidFill>
              </a:defRPr>
            </a:lvl7pPr>
            <a:lvl8pPr marL="0" indent="0">
              <a:buNone/>
              <a:defRPr sz="2667">
                <a:solidFill>
                  <a:schemeClr val="tx1"/>
                </a:solidFill>
              </a:defRPr>
            </a:lvl8pPr>
            <a:lvl9pPr marL="0" indent="0">
              <a:buNone/>
              <a:defRPr sz="2667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Email (optional)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84203" y="-129636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 err="1">
              <a:solidFill>
                <a:schemeClr val="tx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FA5237-4D06-4CB8-B81D-E6E000044E96}"/>
              </a:ext>
            </a:extLst>
          </p:cNvPr>
          <p:cNvCxnSpPr>
            <a:cxnSpLocks/>
          </p:cNvCxnSpPr>
          <p:nvPr/>
        </p:nvCxnSpPr>
        <p:spPr>
          <a:xfrm>
            <a:off x="814851" y="3066288"/>
            <a:ext cx="2478245" cy="0"/>
          </a:xfrm>
          <a:prstGeom prst="line">
            <a:avLst/>
          </a:prstGeom>
          <a:ln>
            <a:solidFill>
              <a:srgbClr val="00A4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4BBC5B1-60EC-4841-A052-A7EA104709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6466744" y="673073"/>
            <a:ext cx="5159273" cy="58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283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9947BC-C135-4AF9-80CB-7EC49EFA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80064" cy="106070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C3981-E47F-4B94-A56D-1A8F4B3B3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" y="1682496"/>
            <a:ext cx="11180064" cy="44256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17B5ED4-B674-4C32-9514-6C6A986BC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400800"/>
            <a:ext cx="1219200" cy="20726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4E41140-3ED5-4C57-9C5F-0374573F7769}" type="datetime1">
              <a:rPr lang="en-US" smtClean="0"/>
              <a:t>7/23/2020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B68013F-8083-4869-B1B8-42E270F30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3440" y="6400800"/>
            <a:ext cx="6096000" cy="20726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  <a:lvl2pPr marL="0" indent="0">
              <a:defRPr sz="1000"/>
            </a:lvl2pPr>
            <a:lvl3pPr marL="0" indent="0">
              <a:defRPr sz="1000"/>
            </a:lvl3pPr>
            <a:lvl4pPr marL="0" indent="0">
              <a:defRPr sz="1000"/>
            </a:lvl4pPr>
            <a:lvl5pPr marL="0" indent="0">
              <a:defRPr sz="1000"/>
            </a:lvl5pPr>
            <a:lvl6pPr marL="0" indent="0">
              <a:defRPr sz="1000"/>
            </a:lvl6pPr>
            <a:lvl7pPr marL="0" indent="0">
              <a:defRPr sz="1000"/>
            </a:lvl7pPr>
            <a:lvl8pPr marL="0" indent="0">
              <a:defRPr sz="1000"/>
            </a:lvl8pPr>
            <a:lvl9pPr marL="0" indent="0">
              <a:defRPr sz="1000"/>
            </a:lvl9pPr>
          </a:lstStyle>
          <a:p>
            <a:r>
              <a:rPr lang="en-US" smtClean="0"/>
              <a:t>© 2020 Cognizant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EC2F54-FE71-419F-B3E9-62861D2AA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2064" y="6400800"/>
            <a:ext cx="304800" cy="20726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1">
                <a:solidFill>
                  <a:schemeClr val="accent6"/>
                </a:solidFill>
              </a:defRPr>
            </a:lvl1pPr>
          </a:lstStyle>
          <a:p>
            <a:fld id="{276352D4-1032-49E4-AB68-F7C321A9C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63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hf hd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04792" indent="-304792" algn="l" defTabSz="1219170" rtl="0" eaLnBrk="1" latinLnBrk="0" hangingPunct="1">
        <a:lnSpc>
          <a:spcPct val="100000"/>
        </a:lnSpc>
        <a:spcBef>
          <a:spcPts val="800"/>
        </a:spcBef>
        <a:buClrTx/>
        <a:buSzPct val="125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09585" indent="-304792" algn="l" defTabSz="1219170" rtl="0" eaLnBrk="1" latinLnBrk="0" hangingPunct="1">
        <a:lnSpc>
          <a:spcPct val="100000"/>
        </a:lnSpc>
        <a:spcBef>
          <a:spcPts val="533"/>
        </a:spcBef>
        <a:buClrTx/>
        <a:buSzPct val="100000"/>
        <a:buFont typeface="Arial" panose="020B0604020202020204" pitchFamily="34" charset="0"/>
        <a:buChar char="–"/>
        <a:defRPr sz="2133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14377" indent="-304792" algn="l" defTabSz="1219170" rtl="0" eaLnBrk="1" latinLnBrk="0" hangingPunct="1">
        <a:lnSpc>
          <a:spcPct val="100000"/>
        </a:lnSpc>
        <a:spcBef>
          <a:spcPts val="533"/>
        </a:spcBef>
        <a:buClrTx/>
        <a:buSzPct val="100000"/>
        <a:buFont typeface="Courier New" panose="02070309020205020404" pitchFamily="49" charset="0"/>
        <a:buChar char="o"/>
        <a:defRPr sz="2133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19170" indent="-304792" algn="l" defTabSz="1219170" rtl="0" eaLnBrk="1" latinLnBrk="0" hangingPunct="1">
        <a:lnSpc>
          <a:spcPct val="100000"/>
        </a:lnSpc>
        <a:spcBef>
          <a:spcPts val="533"/>
        </a:spcBef>
        <a:buClrTx/>
        <a:buSzPct val="100000"/>
        <a:buFont typeface="Arial" panose="020B0604020202020204" pitchFamily="34" charset="0"/>
        <a:buChar char="–"/>
        <a:defRPr sz="2133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523962" indent="-304792" algn="l" defTabSz="1219170" rtl="0" eaLnBrk="1" latinLnBrk="0" hangingPunct="1">
        <a:lnSpc>
          <a:spcPct val="100000"/>
        </a:lnSpc>
        <a:spcBef>
          <a:spcPts val="533"/>
        </a:spcBef>
        <a:buClr>
          <a:schemeClr val="accent2"/>
        </a:buClr>
        <a:buSzPct val="125000"/>
        <a:buFont typeface="Arial" panose="020B0604020202020204" pitchFamily="34" charset="0"/>
        <a:buChar char="•"/>
        <a:defRPr sz="2133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1828754" indent="-304792" algn="l" defTabSz="1219170" rtl="0" eaLnBrk="1" latinLnBrk="0" hangingPunct="1">
        <a:lnSpc>
          <a:spcPct val="100000"/>
        </a:lnSpc>
        <a:spcBef>
          <a:spcPts val="533"/>
        </a:spcBef>
        <a:buClr>
          <a:schemeClr val="accent2"/>
        </a:buClr>
        <a:buSzPct val="90000"/>
        <a:buFont typeface="Arial" panose="020B0604020202020204" pitchFamily="34" charset="0"/>
        <a:buChar char="–"/>
        <a:defRPr sz="2133" kern="1200">
          <a:solidFill>
            <a:schemeClr val="tx2"/>
          </a:solidFill>
          <a:latin typeface="+mn-lt"/>
          <a:ea typeface="+mn-ea"/>
          <a:cs typeface="+mn-cs"/>
        </a:defRPr>
      </a:lvl7pPr>
      <a:lvl8pPr marL="2133547" indent="-304792" algn="l" defTabSz="1219170" rtl="0" eaLnBrk="1" latinLnBrk="0" hangingPunct="1">
        <a:lnSpc>
          <a:spcPct val="100000"/>
        </a:lnSpc>
        <a:spcBef>
          <a:spcPts val="533"/>
        </a:spcBef>
        <a:buClr>
          <a:schemeClr val="accent2"/>
        </a:buClr>
        <a:buSzPct val="90000"/>
        <a:buFont typeface="Courier New" panose="02070309020205020404" pitchFamily="49" charset="0"/>
        <a:buChar char="o"/>
        <a:defRPr sz="2133" kern="1200">
          <a:solidFill>
            <a:schemeClr val="tx2"/>
          </a:solidFill>
          <a:latin typeface="+mn-lt"/>
          <a:ea typeface="+mn-ea"/>
          <a:cs typeface="+mn-cs"/>
        </a:defRPr>
      </a:lvl8pPr>
      <a:lvl9pPr marL="2133547" indent="-304792" algn="l" defTabSz="1219170" rtl="0" eaLnBrk="1" latinLnBrk="0" hangingPunct="1">
        <a:lnSpc>
          <a:spcPct val="100000"/>
        </a:lnSpc>
        <a:spcBef>
          <a:spcPts val="533"/>
        </a:spcBef>
        <a:buClrTx/>
        <a:buSzPct val="90000"/>
        <a:buFont typeface="Courier New" panose="02070309020205020404" pitchFamily="49" charset="0"/>
        <a:buChar char="o"/>
        <a:defRPr sz="2133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066994"/>
            <a:ext cx="11249891" cy="664797"/>
          </a:xfrm>
        </p:spPr>
        <p:txBody>
          <a:bodyPr/>
          <a:lstStyle/>
          <a:p>
            <a:r>
              <a:rPr lang="en-US" sz="4800" dirty="0" smtClean="0"/>
              <a:t>CDE Project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2020 Cognizant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white">
          <a:xfrm>
            <a:off x="609600" y="4100281"/>
            <a:ext cx="11180064" cy="594549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67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b="1" dirty="0" smtClean="0"/>
              <a:t>Design Considerations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424166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Technology -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1153509"/>
            <a:ext cx="11180064" cy="4425696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Java 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Spring Data Access JPA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Spring Boot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Spring MVC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Spring REST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Microservices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AWS, EB, ALB, CI/CD, EKS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Lombok Logging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Spring Security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SONAR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Junit, Mockito, </a:t>
            </a:r>
            <a:r>
              <a:rPr lang="en-US" dirty="0" err="1" smtClean="0"/>
              <a:t>Jacoco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H2 in-memory database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8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Considerations - Java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2020 Cognizant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/>
          <p:cNvSpPr txBox="1">
            <a:spLocks noGrp="1"/>
          </p:cNvSpPr>
          <p:nvPr>
            <p:ph idx="1"/>
          </p:nvPr>
        </p:nvSpPr>
        <p:spPr>
          <a:xfrm>
            <a:off x="512064" y="959711"/>
            <a:ext cx="11180064" cy="538609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2"/>
                </a:solidFill>
              </a:rPr>
              <a:t>There must be minimum of 3 Functional Microservices, must be deployed in AWS Cloud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Must have Parallel/Asynchronous Design </a:t>
            </a:r>
            <a:endParaRPr lang="en-US" sz="1800" dirty="0" smtClean="0">
              <a:solidFill>
                <a:schemeClr val="tx2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Configure Security using JSON Web Tokens</a:t>
            </a:r>
            <a:endParaRPr lang="en-US" sz="1800" dirty="0" smtClean="0">
              <a:solidFill>
                <a:schemeClr val="tx2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Service-Service communication must happen through service discovery, must follow the ALB route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2"/>
                </a:solidFill>
              </a:rPr>
              <a:t>Service must perform CRUD operations in a database (Use only In-memory database)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All the services must be independently deployable, must have its own database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Use Lombok Logging (Use Console Appender)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Use Junit, Mockito, Jacoco Code Coverage (Code coverage must be 100%)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Use SONAR for Static code analysis (there must not be any high severity issues)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Explicitly Declare and Isolate Dependencies (Dependencies must be self-contained, cannot be shared with other services)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Use AWS CI/CD for Code Build and Deploy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2"/>
                </a:solidFill>
              </a:rPr>
              <a:t>Access your application from local environment using Feign Client, in an MVC application and consume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Use Swagger for Documentation purposes</a:t>
            </a:r>
            <a:endParaRPr lang="en-US" sz="180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85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Technology - Dotnet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1385521"/>
            <a:ext cx="11180064" cy="442569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C#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SQL Server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Entity Framework 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ASP .NET MVC 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Web API 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App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Nunit, </a:t>
            </a:r>
            <a:r>
              <a:rPr lang="en-US" dirty="0" err="1" smtClean="0"/>
              <a:t>Moq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mtClean="0"/>
              <a:t>Swagger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1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Considerations - </a:t>
            </a:r>
            <a:r>
              <a:rPr lang="en-US" smtClean="0"/>
              <a:t>Dotnet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2020 Cognizant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52D4-1032-49E4-AB68-F7C321A9C807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/>
          <p:cNvSpPr txBox="1">
            <a:spLocks noGrp="1"/>
          </p:cNvSpPr>
          <p:nvPr>
            <p:ph idx="1"/>
          </p:nvPr>
        </p:nvSpPr>
        <p:spPr>
          <a:xfrm>
            <a:off x="512064" y="959711"/>
            <a:ext cx="11180064" cy="321113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2"/>
                </a:solidFill>
              </a:rPr>
              <a:t>There must be minimum of 2 to 3 functional </a:t>
            </a:r>
            <a:r>
              <a:rPr lang="en-US" sz="1800" dirty="0" smtClean="0"/>
              <a:t>Microservices exposing various functionalities through REST end points</a:t>
            </a:r>
            <a:endParaRPr lang="en-US" sz="1800" dirty="0" smtClean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2"/>
                </a:solidFill>
              </a:rPr>
              <a:t>Service must perform CRUD operations in a database</a:t>
            </a:r>
            <a:r>
              <a:rPr lang="en-US" sz="1800" dirty="0" smtClean="0"/>
              <a:t>, use Entity Framework for ORM</a:t>
            </a:r>
            <a:endParaRPr lang="en-US" sz="1800" dirty="0" smtClean="0">
              <a:solidFill>
                <a:schemeClr val="tx2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All the services must be independently deployable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Use </a:t>
            </a:r>
            <a:r>
              <a:rPr lang="en-US" sz="1800" dirty="0" err="1" smtClean="0"/>
              <a:t>Appinsights</a:t>
            </a:r>
            <a:r>
              <a:rPr lang="en-US" sz="1800" dirty="0" smtClean="0"/>
              <a:t> for logging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Use Nunit, </a:t>
            </a:r>
            <a:r>
              <a:rPr lang="en-US" sz="1800" dirty="0" err="1" smtClean="0"/>
              <a:t>Moq</a:t>
            </a:r>
            <a:endParaRPr lang="en-US" sz="1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ASP .NET MVC must be used for the client application that will consume the Microservices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Use Azure Kubernetes to host the Microservices in Cloud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Use Swagger for Documentation purposes</a:t>
            </a:r>
          </a:p>
        </p:txBody>
      </p:sp>
    </p:spTree>
    <p:extLst>
      <p:ext uri="{BB962C8B-B14F-4D97-AF65-F5344CB8AC3E}">
        <p14:creationId xmlns:p14="http://schemas.microsoft.com/office/powerpoint/2010/main" val="428283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gnizant">
  <a:themeElements>
    <a:clrScheme name="Cognizant 180722">
      <a:dk1>
        <a:srgbClr val="0033A0"/>
      </a:dk1>
      <a:lt1>
        <a:srgbClr val="FFFFFF"/>
      </a:lt1>
      <a:dk2>
        <a:srgbClr val="000000"/>
      </a:dk2>
      <a:lt2>
        <a:srgbClr val="FFFFFF"/>
      </a:lt2>
      <a:accent1>
        <a:srgbClr val="0033B4"/>
      </a:accent1>
      <a:accent2>
        <a:srgbClr val="00195A"/>
      </a:accent2>
      <a:accent3>
        <a:srgbClr val="3871FF"/>
      </a:accent3>
      <a:accent4>
        <a:srgbClr val="7BA0FF"/>
      </a:accent4>
      <a:accent5>
        <a:srgbClr val="BDCFFF"/>
      </a:accent5>
      <a:accent6>
        <a:srgbClr val="00B140"/>
      </a:accent6>
      <a:hlink>
        <a:srgbClr val="0033B4"/>
      </a:hlink>
      <a:folHlink>
        <a:srgbClr val="7BA0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wrap="square" lIns="0" tIns="0" rIns="0" bIns="0" rtlCol="0">
        <a:sp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g_PPT_16x9_v04-06" id="{07F9BE1E-0522-42D8-9333-DC19B728C440}" vid="{5949420C-BBAE-4883-A571-88D4306A1F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5878961AB9BE48AE9C04900CC3020C" ma:contentTypeVersion="2" ma:contentTypeDescription="Create a new document." ma:contentTypeScope="" ma:versionID="c14559a7b0132efff62d6eb736091314">
  <xsd:schema xmlns:xsd="http://www.w3.org/2001/XMLSchema" xmlns:xs="http://www.w3.org/2001/XMLSchema" xmlns:p="http://schemas.microsoft.com/office/2006/metadata/properties" xmlns:ns2="a8bc00f7-1d96-4b6e-84c8-0b61c8ef56f0" targetNamespace="http://schemas.microsoft.com/office/2006/metadata/properties" ma:root="true" ma:fieldsID="4a139ed0679a13fe54c391a333dc4b09" ns2:_="">
    <xsd:import namespace="a8bc00f7-1d96-4b6e-84c8-0b61c8ef56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bc00f7-1d96-4b6e-84c8-0b61c8ef56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C429E43-080A-4530-8114-0202FE6188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15C5B5-EA91-4835-9B03-5CE0D5ACC1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bc00f7-1d96-4b6e-84c8-0b61c8ef56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C71FC6-CE47-4EC8-86D2-7E8FD1D5E872}">
  <ds:schemaRefs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a8bc00f7-1d96-4b6e-84c8-0b61c8ef56f0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Cognizant Academy PowerPoint Template</Template>
  <TotalTime>66102</TotalTime>
  <Words>324</Words>
  <Application>Microsoft Office PowerPoint</Application>
  <PresentationFormat>Widescreen</PresentationFormat>
  <Paragraphs>58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Cognizant</vt:lpstr>
      <vt:lpstr>CDE Project</vt:lpstr>
      <vt:lpstr>Technology - Java</vt:lpstr>
      <vt:lpstr>Design Considerations - Java</vt:lpstr>
      <vt:lpstr>Technology - Dotnet</vt:lpstr>
      <vt:lpstr>Design Considerations - Dotnet</vt:lpstr>
      <vt:lpstr>Thank you</vt:lpstr>
    </vt:vector>
  </TitlesOfParts>
  <Company>Cognizant Technology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Mohseen, Hajira (Cognizant)</dc:creator>
  <cp:lastModifiedBy>Ramasubramanian, Seshadri (Cognizant)</cp:lastModifiedBy>
  <cp:revision>3633</cp:revision>
  <dcterms:created xsi:type="dcterms:W3CDTF">2018-11-12T04:57:11Z</dcterms:created>
  <dcterms:modified xsi:type="dcterms:W3CDTF">2020-07-23T14:55:29Z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0x010100415878961AB9BE48AE9C04900CC3020C</vt:lpwstr>
  </property>
</Properties>
</file>