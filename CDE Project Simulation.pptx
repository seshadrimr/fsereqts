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2"/>
  </p:notesMasterIdLst>
  <p:sldIdLst>
    <p:sldId id="809" r:id="rId5"/>
    <p:sldId id="817" r:id="rId6"/>
    <p:sldId id="818" r:id="rId7"/>
    <p:sldId id="819" r:id="rId8"/>
    <p:sldId id="815" r:id="rId9"/>
    <p:sldId id="816" r:id="rId10"/>
    <p:sldId id="68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ridul, Srividya (Cognizant)" initials="MS(" lastIdx="1" clrIdx="0">
    <p:extLst>
      <p:ext uri="{19B8F6BF-5375-455C-9EA6-DF929625EA0E}">
        <p15:presenceInfo xmlns:p15="http://schemas.microsoft.com/office/powerpoint/2012/main" userId="S-1-5-21-1178368992-402679808-390482200-798368" providerId="AD"/>
      </p:ext>
    </p:extLst>
  </p:cmAuthor>
  <p:cmAuthor id="2" name="Venugopal, Aswathy (Cognizant)" initials="VA(" lastIdx="1" clrIdx="1">
    <p:extLst>
      <p:ext uri="{19B8F6BF-5375-455C-9EA6-DF929625EA0E}">
        <p15:presenceInfo xmlns:p15="http://schemas.microsoft.com/office/powerpoint/2012/main" userId="S-1-5-21-1178368992-402679808-390482200-461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B746"/>
    <a:srgbClr val="861089"/>
    <a:srgbClr val="F1740D"/>
    <a:srgbClr val="FB8F02"/>
    <a:srgbClr val="C800A1"/>
    <a:srgbClr val="73A0FF"/>
    <a:srgbClr val="0033A0"/>
    <a:srgbClr val="008530"/>
    <a:srgbClr val="AC008B"/>
    <a:srgbClr val="FFBF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802406-3FC8-43F2-9460-B949D7B92730}" v="2" dt="2019-10-14T10:29:46.479"/>
    <p1510:client id="{1F58C3D3-356C-49EB-ADBE-62AB22DE3212}" v="6" dt="2019-10-14T10:00:38.625"/>
    <p1510:client id="{26E5F7C3-007F-41B8-8712-68015B9F7AD6}" v="45" dt="2019-10-14T10:48:09.196"/>
    <p1510:client id="{30284C28-73DA-4F3A-AC0F-2E206AFC38F8}" v="28" dt="2019-10-15T03:14:11.230"/>
    <p1510:client id="{451348E9-900F-413D-85A1-D80CCEF20B3F}" v="42" dt="2019-10-15T11:42:20.576"/>
    <p1510:client id="{5E602C8D-E544-8C17-EEBA-3581175793C4}" v="2" dt="2019-10-16T04:11:12.381"/>
    <p1510:client id="{7333E693-1558-4ADF-96C2-FD2DBBA69BB2}" v="25" dt="2019-10-15T05:59:25.257"/>
    <p1510:client id="{99C2CA74-805F-0721-FFE7-316BCDA4B572}" v="358" dt="2019-10-16T04:07:35.757"/>
    <p1510:client id="{ACA8A001-590A-42B6-ADB4-84E68C9FFBAF}" v="2914" dt="2019-10-14T15:14:06.883"/>
    <p1510:client id="{D2268CDB-0E29-40B3-BDC9-12D725DA8035}" v="1" dt="2019-10-14T10:49:00.886"/>
    <p1510:client id="{D6267AB1-C453-4E3A-AF95-31319C515AC0}" v="4" dt="2019-10-14T10:25:18.482"/>
    <p1510:client id="{DFE9B304-75C6-4D83-83B1-DB46D42B2C24}" v="36" dt="2019-10-14T13:02:22.200"/>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343" autoAdjust="0"/>
  </p:normalViewPr>
  <p:slideViewPr>
    <p:cSldViewPr snapToGrid="0">
      <p:cViewPr varScale="1">
        <p:scale>
          <a:sx n="73" d="100"/>
          <a:sy n="73" d="100"/>
        </p:scale>
        <p:origin x="618" y="72"/>
      </p:cViewPr>
      <p:guideLst/>
    </p:cSldViewPr>
  </p:slideViewPr>
  <p:notesTextViewPr>
    <p:cViewPr>
      <p:scale>
        <a:sx n="1" d="1"/>
        <a:sy n="1" d="1"/>
      </p:scale>
      <p:origin x="0" y="0"/>
    </p:cViewPr>
  </p:notesTextViewPr>
  <p:sorterViewPr>
    <p:cViewPr>
      <p:scale>
        <a:sx n="66" d="100"/>
        <a:sy n="66" d="100"/>
      </p:scale>
      <p:origin x="0" y="-138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3" Type="http://schemas.openxmlformats.org/officeDocument/2006/relationships/customXml" Target="../customXml/item3.xml"/><Relationship Id="rId8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83"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 Aruna Devi (Cognizant)" userId="S::145865@cognizant.com::b985271c-d48e-4393-b08b-b86138af203d" providerId="AD" clId="Web-{7333E693-1558-4ADF-96C2-FD2DBBA69BB2}"/>
    <pc:docChg chg="addSld modSld">
      <pc:chgData name="B, Aruna Devi (Cognizant)" userId="S::145865@cognizant.com::b985271c-d48e-4393-b08b-b86138af203d" providerId="AD" clId="Web-{7333E693-1558-4ADF-96C2-FD2DBBA69BB2}" dt="2019-10-15T05:59:25.257" v="23" actId="20577"/>
      <pc:docMkLst>
        <pc:docMk/>
      </pc:docMkLst>
      <pc:sldChg chg="modSp new">
        <pc:chgData name="B, Aruna Devi (Cognizant)" userId="S::145865@cognizant.com::b985271c-d48e-4393-b08b-b86138af203d" providerId="AD" clId="Web-{7333E693-1558-4ADF-96C2-FD2DBBA69BB2}" dt="2019-10-15T05:59:25.257" v="22" actId="20577"/>
        <pc:sldMkLst>
          <pc:docMk/>
          <pc:sldMk cId="4043916081" sldId="651"/>
        </pc:sldMkLst>
        <pc:spChg chg="mod">
          <ac:chgData name="B, Aruna Devi (Cognizant)" userId="S::145865@cognizant.com::b985271c-d48e-4393-b08b-b86138af203d" providerId="AD" clId="Web-{7333E693-1558-4ADF-96C2-FD2DBBA69BB2}" dt="2019-10-15T05:58:35.601" v="1" actId="20577"/>
          <ac:spMkLst>
            <pc:docMk/>
            <pc:sldMk cId="4043916081" sldId="651"/>
            <ac:spMk id="2" creationId="{17A17C87-4923-4EBB-92DF-701DB6C41955}"/>
          </ac:spMkLst>
        </pc:spChg>
        <pc:spChg chg="mod">
          <ac:chgData name="B, Aruna Devi (Cognizant)" userId="S::145865@cognizant.com::b985271c-d48e-4393-b08b-b86138af203d" providerId="AD" clId="Web-{7333E693-1558-4ADF-96C2-FD2DBBA69BB2}" dt="2019-10-15T05:59:25.257" v="22" actId="20577"/>
          <ac:spMkLst>
            <pc:docMk/>
            <pc:sldMk cId="4043916081" sldId="651"/>
            <ac:spMk id="3" creationId="{32A6526A-6DD5-469A-831A-A4621743C6BC}"/>
          </ac:spMkLst>
        </pc:spChg>
      </pc:sldChg>
    </pc:docChg>
  </pc:docChgLst>
  <pc:docChgLst>
    <pc:chgData name="Ilangovan, Shyamala Lakshmi (Cognizant)" userId="S::206604@cognizant.com::706eb8e7-0131-457e-a3a2-3f7b318a35b8" providerId="AD" clId="Web-{5E602C8D-E544-8C17-EEBA-3581175793C4}"/>
    <pc:docChg chg="modSld">
      <pc:chgData name="Ilangovan, Shyamala Lakshmi (Cognizant)" userId="S::206604@cognizant.com::706eb8e7-0131-457e-a3a2-3f7b318a35b8" providerId="AD" clId="Web-{5E602C8D-E544-8C17-EEBA-3581175793C4}" dt="2019-10-16T04:11:12.381" v="1" actId="1076"/>
      <pc:docMkLst>
        <pc:docMk/>
      </pc:docMkLst>
      <pc:sldChg chg="modSp">
        <pc:chgData name="Ilangovan, Shyamala Lakshmi (Cognizant)" userId="S::206604@cognizant.com::706eb8e7-0131-457e-a3a2-3f7b318a35b8" providerId="AD" clId="Web-{5E602C8D-E544-8C17-EEBA-3581175793C4}" dt="2019-10-16T04:11:12.381" v="1" actId="1076"/>
        <pc:sldMkLst>
          <pc:docMk/>
          <pc:sldMk cId="1218386046" sldId="655"/>
        </pc:sldMkLst>
        <pc:graphicFrameChg chg="mod modGraphic">
          <ac:chgData name="Ilangovan, Shyamala Lakshmi (Cognizant)" userId="S::206604@cognizant.com::706eb8e7-0131-457e-a3a2-3f7b318a35b8" providerId="AD" clId="Web-{5E602C8D-E544-8C17-EEBA-3581175793C4}" dt="2019-10-16T04:11:12.381" v="1" actId="1076"/>
          <ac:graphicFrameMkLst>
            <pc:docMk/>
            <pc:sldMk cId="1218386046" sldId="655"/>
            <ac:graphicFrameMk id="11" creationId="{00000000-0000-0000-0000-000000000000}"/>
          </ac:graphicFrameMkLst>
        </pc:graphicFrameChg>
      </pc:sldChg>
    </pc:docChg>
  </pc:docChgLst>
  <pc:docChgLst>
    <pc:chgData name="Ilangovan, Shyamala Lakshmi (Cognizant)" userId="S::206604@cognizant.com::706eb8e7-0131-457e-a3a2-3f7b318a35b8" providerId="AD" clId="Web-{1F58C3D3-356C-49EB-ADBE-62AB22DE3212}"/>
    <pc:docChg chg="modSld">
      <pc:chgData name="Ilangovan, Shyamala Lakshmi (Cognizant)" userId="S::206604@cognizant.com::706eb8e7-0131-457e-a3a2-3f7b318a35b8" providerId="AD" clId="Web-{1F58C3D3-356C-49EB-ADBE-62AB22DE3212}" dt="2019-10-14T10:00:38.625" v="5"/>
      <pc:docMkLst>
        <pc:docMk/>
      </pc:docMkLst>
      <pc:sldChg chg="addSp delSp modSp">
        <pc:chgData name="Ilangovan, Shyamala Lakshmi (Cognizant)" userId="S::206604@cognizant.com::706eb8e7-0131-457e-a3a2-3f7b318a35b8" providerId="AD" clId="Web-{1F58C3D3-356C-49EB-ADBE-62AB22DE3212}" dt="2019-10-14T10:00:38.625" v="5"/>
        <pc:sldMkLst>
          <pc:docMk/>
          <pc:sldMk cId="1083255639" sldId="617"/>
        </pc:sldMkLst>
        <pc:picChg chg="add del mod">
          <ac:chgData name="Ilangovan, Shyamala Lakshmi (Cognizant)" userId="S::206604@cognizant.com::706eb8e7-0131-457e-a3a2-3f7b318a35b8" providerId="AD" clId="Web-{1F58C3D3-356C-49EB-ADBE-62AB22DE3212}" dt="2019-10-14T10:00:38.625" v="5"/>
          <ac:picMkLst>
            <pc:docMk/>
            <pc:sldMk cId="1083255639" sldId="617"/>
            <ac:picMk id="4" creationId="{90E8B98F-FB25-4390-87A8-978372A5050A}"/>
          </ac:picMkLst>
        </pc:picChg>
      </pc:sldChg>
      <pc:sldChg chg="addSp delSp modSp">
        <pc:chgData name="Ilangovan, Shyamala Lakshmi (Cognizant)" userId="S::206604@cognizant.com::706eb8e7-0131-457e-a3a2-3f7b318a35b8" providerId="AD" clId="Web-{1F58C3D3-356C-49EB-ADBE-62AB22DE3212}" dt="2019-10-14T10:00:12.281" v="3"/>
        <pc:sldMkLst>
          <pc:docMk/>
          <pc:sldMk cId="3118384854" sldId="618"/>
        </pc:sldMkLst>
        <pc:spChg chg="del">
          <ac:chgData name="Ilangovan, Shyamala Lakshmi (Cognizant)" userId="S::206604@cognizant.com::706eb8e7-0131-457e-a3a2-3f7b318a35b8" providerId="AD" clId="Web-{1F58C3D3-356C-49EB-ADBE-62AB22DE3212}" dt="2019-10-14T10:00:06.093" v="0"/>
          <ac:spMkLst>
            <pc:docMk/>
            <pc:sldMk cId="3118384854" sldId="618"/>
            <ac:spMk id="2" creationId="{00000000-0000-0000-0000-000000000000}"/>
          </ac:spMkLst>
        </pc:spChg>
        <pc:spChg chg="add mod">
          <ac:chgData name="Ilangovan, Shyamala Lakshmi (Cognizant)" userId="S::206604@cognizant.com::706eb8e7-0131-457e-a3a2-3f7b318a35b8" providerId="AD" clId="Web-{1F58C3D3-356C-49EB-ADBE-62AB22DE3212}" dt="2019-10-14T10:00:12.281" v="3"/>
          <ac:spMkLst>
            <pc:docMk/>
            <pc:sldMk cId="3118384854" sldId="618"/>
            <ac:spMk id="10" creationId="{817E0D66-C0F6-464D-80E8-68D9EF141216}"/>
          </ac:spMkLst>
        </pc:spChg>
        <pc:picChg chg="add del mod ord">
          <ac:chgData name="Ilangovan, Shyamala Lakshmi (Cognizant)" userId="S::206604@cognizant.com::706eb8e7-0131-457e-a3a2-3f7b318a35b8" providerId="AD" clId="Web-{1F58C3D3-356C-49EB-ADBE-62AB22DE3212}" dt="2019-10-14T10:00:12.281" v="3"/>
          <ac:picMkLst>
            <pc:docMk/>
            <pc:sldMk cId="3118384854" sldId="618"/>
            <ac:picMk id="3" creationId="{F5613B49-AC2E-4EAF-9689-AD57CB2332D2}"/>
          </ac:picMkLst>
        </pc:picChg>
      </pc:sldChg>
    </pc:docChg>
  </pc:docChgLst>
  <pc:docChgLst>
    <pc:chgData name="CP, Ramesh (Cognizant)" userId="S::161646@cognizant.com::5aa31c10-bafc-40f8-8992-5fb874827720" providerId="AD" clId="Web-{30284C28-73DA-4F3A-AC0F-2E206AFC38F8}"/>
    <pc:docChg chg="modSld">
      <pc:chgData name="CP, Ramesh (Cognizant)" userId="S::161646@cognizant.com::5aa31c10-bafc-40f8-8992-5fb874827720" providerId="AD" clId="Web-{30284C28-73DA-4F3A-AC0F-2E206AFC38F8}" dt="2019-10-15T03:14:10.683" v="26" actId="20577"/>
      <pc:docMkLst>
        <pc:docMk/>
      </pc:docMkLst>
      <pc:sldChg chg="modSp">
        <pc:chgData name="CP, Ramesh (Cognizant)" userId="S::161646@cognizant.com::5aa31c10-bafc-40f8-8992-5fb874827720" providerId="AD" clId="Web-{30284C28-73DA-4F3A-AC0F-2E206AFC38F8}" dt="2019-10-15T03:14:09.637" v="24" actId="20577"/>
        <pc:sldMkLst>
          <pc:docMk/>
          <pc:sldMk cId="2685667151" sldId="620"/>
        </pc:sldMkLst>
        <pc:spChg chg="mod">
          <ac:chgData name="CP, Ramesh (Cognizant)" userId="S::161646@cognizant.com::5aa31c10-bafc-40f8-8992-5fb874827720" providerId="AD" clId="Web-{30284C28-73DA-4F3A-AC0F-2E206AFC38F8}" dt="2019-10-15T03:14:09.637" v="24" actId="20577"/>
          <ac:spMkLst>
            <pc:docMk/>
            <pc:sldMk cId="2685667151" sldId="620"/>
            <ac:spMk id="8" creationId="{00000000-0000-0000-0000-000000000000}"/>
          </ac:spMkLst>
        </pc:spChg>
      </pc:sldChg>
    </pc:docChg>
  </pc:docChgLst>
  <pc:docChgLst>
    <pc:chgData name="B, Aruna Devi (Cognizant)" userId="S::145865@cognizant.com::b985271c-d48e-4393-b08b-b86138af203d" providerId="AD" clId="Web-{ACA8A001-590A-42B6-ADB4-84E68C9FFBAF}"/>
    <pc:docChg chg="addSld delSld modSld">
      <pc:chgData name="B, Aruna Devi (Cognizant)" userId="S::145865@cognizant.com::b985271c-d48e-4393-b08b-b86138af203d" providerId="AD" clId="Web-{ACA8A001-590A-42B6-ADB4-84E68C9FFBAF}" dt="2019-10-14T15:14:06.883" v="2740" actId="20577"/>
      <pc:docMkLst>
        <pc:docMk/>
      </pc:docMkLst>
      <pc:sldChg chg="delSp modSp del">
        <pc:chgData name="B, Aruna Devi (Cognizant)" userId="S::145865@cognizant.com::b985271c-d48e-4393-b08b-b86138af203d" providerId="AD" clId="Web-{ACA8A001-590A-42B6-ADB4-84E68C9FFBAF}" dt="2019-10-14T15:12:34.758" v="2693"/>
        <pc:sldMkLst>
          <pc:docMk/>
          <pc:sldMk cId="863952362" sldId="619"/>
        </pc:sldMkLst>
        <pc:spChg chg="mod">
          <ac:chgData name="B, Aruna Devi (Cognizant)" userId="S::145865@cognizant.com::b985271c-d48e-4393-b08b-b86138af203d" providerId="AD" clId="Web-{ACA8A001-590A-42B6-ADB4-84E68C9FFBAF}" dt="2019-10-14T15:12:28.148" v="2690" actId="20577"/>
          <ac:spMkLst>
            <pc:docMk/>
            <pc:sldMk cId="863952362" sldId="619"/>
            <ac:spMk id="2" creationId="{00000000-0000-0000-0000-000000000000}"/>
          </ac:spMkLst>
        </pc:spChg>
        <pc:spChg chg="mod">
          <ac:chgData name="B, Aruna Devi (Cognizant)" userId="S::145865@cognizant.com::b985271c-d48e-4393-b08b-b86138af203d" providerId="AD" clId="Web-{ACA8A001-590A-42B6-ADB4-84E68C9FFBAF}" dt="2019-10-14T15:10:49.883" v="2461" actId="20577"/>
          <ac:spMkLst>
            <pc:docMk/>
            <pc:sldMk cId="863952362" sldId="619"/>
            <ac:spMk id="4" creationId="{00000000-0000-0000-0000-000000000000}"/>
          </ac:spMkLst>
        </pc:spChg>
        <pc:spChg chg="del">
          <ac:chgData name="B, Aruna Devi (Cognizant)" userId="S::145865@cognizant.com::b985271c-d48e-4393-b08b-b86138af203d" providerId="AD" clId="Web-{ACA8A001-590A-42B6-ADB4-84E68C9FFBAF}" dt="2019-10-14T15:10:52.679" v="2464"/>
          <ac:spMkLst>
            <pc:docMk/>
            <pc:sldMk cId="863952362" sldId="619"/>
            <ac:spMk id="7" creationId="{00000000-0000-0000-0000-000000000000}"/>
          </ac:spMkLst>
        </pc:spChg>
      </pc:sldChg>
      <pc:sldChg chg="addSp delSp modSp new">
        <pc:chgData name="B, Aruna Devi (Cognizant)" userId="S::145865@cognizant.com::b985271c-d48e-4393-b08b-b86138af203d" providerId="AD" clId="Web-{ACA8A001-590A-42B6-ADB4-84E68C9FFBAF}" dt="2019-10-14T13:57:50.629" v="36" actId="1076"/>
        <pc:sldMkLst>
          <pc:docMk/>
          <pc:sldMk cId="3188802089" sldId="641"/>
        </pc:sldMkLst>
        <pc:spChg chg="mod">
          <ac:chgData name="B, Aruna Devi (Cognizant)" userId="S::145865@cognizant.com::b985271c-d48e-4393-b08b-b86138af203d" providerId="AD" clId="Web-{ACA8A001-590A-42B6-ADB4-84E68C9FFBAF}" dt="2019-10-14T13:54:52.705" v="10" actId="20577"/>
          <ac:spMkLst>
            <pc:docMk/>
            <pc:sldMk cId="3188802089" sldId="641"/>
            <ac:spMk id="2" creationId="{992E18BF-2794-40DA-A110-055B31B3436C}"/>
          </ac:spMkLst>
        </pc:spChg>
        <pc:spChg chg="add del">
          <ac:chgData name="B, Aruna Devi (Cognizant)" userId="S::145865@cognizant.com::b985271c-d48e-4393-b08b-b86138af203d" providerId="AD" clId="Web-{ACA8A001-590A-42B6-ADB4-84E68C9FFBAF}" dt="2019-10-14T13:54:32.596" v="3"/>
          <ac:spMkLst>
            <pc:docMk/>
            <pc:sldMk cId="3188802089" sldId="641"/>
            <ac:spMk id="3" creationId="{291677AD-64B1-4EBE-A6A8-6F643E7E14D8}"/>
          </ac:spMkLst>
        </pc:spChg>
        <pc:picChg chg="add del mod ord">
          <ac:chgData name="B, Aruna Devi (Cognizant)" userId="S::145865@cognizant.com::b985271c-d48e-4393-b08b-b86138af203d" providerId="AD" clId="Web-{ACA8A001-590A-42B6-ADB4-84E68C9FFBAF}" dt="2019-10-14T13:54:27.549" v="2"/>
          <ac:picMkLst>
            <pc:docMk/>
            <pc:sldMk cId="3188802089" sldId="641"/>
            <ac:picMk id="6" creationId="{E7556B78-CBF6-4F3E-8154-BE0A855DB94E}"/>
          </ac:picMkLst>
        </pc:picChg>
        <pc:picChg chg="add mod ord">
          <ac:chgData name="B, Aruna Devi (Cognizant)" userId="S::145865@cognizant.com::b985271c-d48e-4393-b08b-b86138af203d" providerId="AD" clId="Web-{ACA8A001-590A-42B6-ADB4-84E68C9FFBAF}" dt="2019-10-14T13:57:50.629" v="36" actId="1076"/>
          <ac:picMkLst>
            <pc:docMk/>
            <pc:sldMk cId="3188802089" sldId="641"/>
            <ac:picMk id="8" creationId="{292D9000-BDBA-4E54-A970-D9E03A59F98F}"/>
          </ac:picMkLst>
        </pc:picChg>
      </pc:sldChg>
      <pc:sldChg chg="addSp delSp modSp new">
        <pc:chgData name="B, Aruna Devi (Cognizant)" userId="S::145865@cognizant.com::b985271c-d48e-4393-b08b-b86138af203d" providerId="AD" clId="Web-{ACA8A001-590A-42B6-ADB4-84E68C9FFBAF}" dt="2019-10-14T13:57:38.722" v="34" actId="1076"/>
        <pc:sldMkLst>
          <pc:docMk/>
          <pc:sldMk cId="3376823793" sldId="642"/>
        </pc:sldMkLst>
        <pc:spChg chg="mod">
          <ac:chgData name="B, Aruna Devi (Cognizant)" userId="S::145865@cognizant.com::b985271c-d48e-4393-b08b-b86138af203d" providerId="AD" clId="Web-{ACA8A001-590A-42B6-ADB4-84E68C9FFBAF}" dt="2019-10-14T13:55:09.752" v="15" actId="20577"/>
          <ac:spMkLst>
            <pc:docMk/>
            <pc:sldMk cId="3376823793" sldId="642"/>
            <ac:spMk id="2" creationId="{F1C683FF-AA1B-46C3-9473-B3832C59ACDF}"/>
          </ac:spMkLst>
        </pc:spChg>
        <pc:spChg chg="del">
          <ac:chgData name="B, Aruna Devi (Cognizant)" userId="S::145865@cognizant.com::b985271c-d48e-4393-b08b-b86138af203d" providerId="AD" clId="Web-{ACA8A001-590A-42B6-ADB4-84E68C9FFBAF}" dt="2019-10-14T13:55:13.674" v="17"/>
          <ac:spMkLst>
            <pc:docMk/>
            <pc:sldMk cId="3376823793" sldId="642"/>
            <ac:spMk id="3" creationId="{45AFBFA1-8E66-4A93-A1C8-BC54A5734C0F}"/>
          </ac:spMkLst>
        </pc:spChg>
        <pc:picChg chg="add mod ord">
          <ac:chgData name="B, Aruna Devi (Cognizant)" userId="S::145865@cognizant.com::b985271c-d48e-4393-b08b-b86138af203d" providerId="AD" clId="Web-{ACA8A001-590A-42B6-ADB4-84E68C9FFBAF}" dt="2019-10-14T13:57:38.722" v="34" actId="1076"/>
          <ac:picMkLst>
            <pc:docMk/>
            <pc:sldMk cId="3376823793" sldId="642"/>
            <ac:picMk id="6" creationId="{3729CA46-B3A0-4212-BEB5-67AA8D58318F}"/>
          </ac:picMkLst>
        </pc:picChg>
      </pc:sldChg>
      <pc:sldChg chg="addSp delSp modSp new">
        <pc:chgData name="B, Aruna Devi (Cognizant)" userId="S::145865@cognizant.com::b985271c-d48e-4393-b08b-b86138af203d" providerId="AD" clId="Web-{ACA8A001-590A-42B6-ADB4-84E68C9FFBAF}" dt="2019-10-14T13:57:42.785" v="35" actId="1076"/>
        <pc:sldMkLst>
          <pc:docMk/>
          <pc:sldMk cId="2222841503" sldId="643"/>
        </pc:sldMkLst>
        <pc:spChg chg="mod">
          <ac:chgData name="B, Aruna Devi (Cognizant)" userId="S::145865@cognizant.com::b985271c-d48e-4393-b08b-b86138af203d" providerId="AD" clId="Web-{ACA8A001-590A-42B6-ADB4-84E68C9FFBAF}" dt="2019-10-14T13:55:59.878" v="22" actId="20577"/>
          <ac:spMkLst>
            <pc:docMk/>
            <pc:sldMk cId="2222841503" sldId="643"/>
            <ac:spMk id="2" creationId="{72328C2E-F0CA-407A-9F03-C4AC8168C610}"/>
          </ac:spMkLst>
        </pc:spChg>
        <pc:spChg chg="del">
          <ac:chgData name="B, Aruna Devi (Cognizant)" userId="S::145865@cognizant.com::b985271c-d48e-4393-b08b-b86138af203d" providerId="AD" clId="Web-{ACA8A001-590A-42B6-ADB4-84E68C9FFBAF}" dt="2019-10-14T13:56:04.175" v="25"/>
          <ac:spMkLst>
            <pc:docMk/>
            <pc:sldMk cId="2222841503" sldId="643"/>
            <ac:spMk id="3" creationId="{ADB34DEB-BD6F-4D3C-8FFE-4D230F3A38D7}"/>
          </ac:spMkLst>
        </pc:spChg>
        <pc:picChg chg="add mod ord">
          <ac:chgData name="B, Aruna Devi (Cognizant)" userId="S::145865@cognizant.com::b985271c-d48e-4393-b08b-b86138af203d" providerId="AD" clId="Web-{ACA8A001-590A-42B6-ADB4-84E68C9FFBAF}" dt="2019-10-14T13:57:42.785" v="35" actId="1076"/>
          <ac:picMkLst>
            <pc:docMk/>
            <pc:sldMk cId="2222841503" sldId="643"/>
            <ac:picMk id="6" creationId="{1DAEE466-8B9C-4E60-B2A7-BB615DA85DE6}"/>
          </ac:picMkLst>
        </pc:picChg>
      </pc:sldChg>
      <pc:sldChg chg="addSp delSp modSp new">
        <pc:chgData name="B, Aruna Devi (Cognizant)" userId="S::145865@cognizant.com::b985271c-d48e-4393-b08b-b86138af203d" providerId="AD" clId="Web-{ACA8A001-590A-42B6-ADB4-84E68C9FFBAF}" dt="2019-10-14T14:24:13.416" v="1130" actId="20577"/>
        <pc:sldMkLst>
          <pc:docMk/>
          <pc:sldMk cId="1418698599" sldId="644"/>
        </pc:sldMkLst>
        <pc:spChg chg="mod">
          <ac:chgData name="B, Aruna Devi (Cognizant)" userId="S::145865@cognizant.com::b985271c-d48e-4393-b08b-b86138af203d" providerId="AD" clId="Web-{ACA8A001-590A-42B6-ADB4-84E68C9FFBAF}" dt="2019-10-14T14:24:13.416" v="1130" actId="20577"/>
          <ac:spMkLst>
            <pc:docMk/>
            <pc:sldMk cId="1418698599" sldId="644"/>
            <ac:spMk id="2" creationId="{AB97519C-9A3A-4414-ADD6-17EFE0043E03}"/>
          </ac:spMkLst>
        </pc:spChg>
        <pc:spChg chg="del">
          <ac:chgData name="B, Aruna Devi (Cognizant)" userId="S::145865@cognizant.com::b985271c-d48e-4393-b08b-b86138af203d" providerId="AD" clId="Web-{ACA8A001-590A-42B6-ADB4-84E68C9FFBAF}" dt="2019-10-14T14:19:22.969" v="117"/>
          <ac:spMkLst>
            <pc:docMk/>
            <pc:sldMk cId="1418698599" sldId="644"/>
            <ac:spMk id="3" creationId="{5AF580F7-DBE5-40D8-A4F4-5DAF7B1128DC}"/>
          </ac:spMkLst>
        </pc:spChg>
        <pc:graphicFrameChg chg="add mod modGraphic">
          <ac:chgData name="B, Aruna Devi (Cognizant)" userId="S::145865@cognizant.com::b985271c-d48e-4393-b08b-b86138af203d" providerId="AD" clId="Web-{ACA8A001-590A-42B6-ADB4-84E68C9FFBAF}" dt="2019-10-14T14:23:24.837" v="1117"/>
          <ac:graphicFrameMkLst>
            <pc:docMk/>
            <pc:sldMk cId="1418698599" sldId="644"/>
            <ac:graphicFrameMk id="7" creationId="{9BAD76A0-8A5E-49EE-BE4B-A273D36BF434}"/>
          </ac:graphicFrameMkLst>
        </pc:graphicFrameChg>
      </pc:sldChg>
      <pc:sldChg chg="addSp delSp modSp new">
        <pc:chgData name="B, Aruna Devi (Cognizant)" userId="S::145865@cognizant.com::b985271c-d48e-4393-b08b-b86138af203d" providerId="AD" clId="Web-{ACA8A001-590A-42B6-ADB4-84E68C9FFBAF}" dt="2019-10-14T14:27:10.704" v="1667"/>
        <pc:sldMkLst>
          <pc:docMk/>
          <pc:sldMk cId="1777620610" sldId="645"/>
        </pc:sldMkLst>
        <pc:spChg chg="mod">
          <ac:chgData name="B, Aruna Devi (Cognizant)" userId="S::145865@cognizant.com::b985271c-d48e-4393-b08b-b86138af203d" providerId="AD" clId="Web-{ACA8A001-590A-42B6-ADB4-84E68C9FFBAF}" dt="2019-10-14T14:24:31.150" v="1137" actId="20577"/>
          <ac:spMkLst>
            <pc:docMk/>
            <pc:sldMk cId="1777620610" sldId="645"/>
            <ac:spMk id="2" creationId="{0E20601E-2D64-4A06-BDEB-7F73DA01D649}"/>
          </ac:spMkLst>
        </pc:spChg>
        <pc:spChg chg="del">
          <ac:chgData name="B, Aruna Devi (Cognizant)" userId="S::145865@cognizant.com::b985271c-d48e-4393-b08b-b86138af203d" providerId="AD" clId="Web-{ACA8A001-590A-42B6-ADB4-84E68C9FFBAF}" dt="2019-10-14T14:24:57.718" v="1140"/>
          <ac:spMkLst>
            <pc:docMk/>
            <pc:sldMk cId="1777620610" sldId="645"/>
            <ac:spMk id="3" creationId="{004CF943-22D5-4241-AC42-1D24900E677E}"/>
          </ac:spMkLst>
        </pc:spChg>
        <pc:graphicFrameChg chg="add mod ord modGraphic">
          <ac:chgData name="B, Aruna Devi (Cognizant)" userId="S::145865@cognizant.com::b985271c-d48e-4393-b08b-b86138af203d" providerId="AD" clId="Web-{ACA8A001-590A-42B6-ADB4-84E68C9FFBAF}" dt="2019-10-14T14:27:10.704" v="1667"/>
          <ac:graphicFrameMkLst>
            <pc:docMk/>
            <pc:sldMk cId="1777620610" sldId="645"/>
            <ac:graphicFrameMk id="7" creationId="{6C69AA4C-118E-4B59-8D2A-850FE913C8FA}"/>
          </ac:graphicFrameMkLst>
        </pc:graphicFrameChg>
      </pc:sldChg>
      <pc:sldChg chg="addSp delSp modSp new">
        <pc:chgData name="B, Aruna Devi (Cognizant)" userId="S::145865@cognizant.com::b985271c-d48e-4393-b08b-b86138af203d" providerId="AD" clId="Web-{ACA8A001-590A-42B6-ADB4-84E68C9FFBAF}" dt="2019-10-14T14:28:28.054" v="2293" actId="20577"/>
        <pc:sldMkLst>
          <pc:docMk/>
          <pc:sldMk cId="3776166686" sldId="646"/>
        </pc:sldMkLst>
        <pc:spChg chg="mod">
          <ac:chgData name="B, Aruna Devi (Cognizant)" userId="S::145865@cognizant.com::b985271c-d48e-4393-b08b-b86138af203d" providerId="AD" clId="Web-{ACA8A001-590A-42B6-ADB4-84E68C9FFBAF}" dt="2019-10-14T14:28:28.054" v="2293" actId="20577"/>
          <ac:spMkLst>
            <pc:docMk/>
            <pc:sldMk cId="3776166686" sldId="646"/>
            <ac:spMk id="2" creationId="{2D603A9A-656B-4A33-86F7-063FAE9ECEC4}"/>
          </ac:spMkLst>
        </pc:spChg>
        <pc:spChg chg="del">
          <ac:chgData name="B, Aruna Devi (Cognizant)" userId="S::145865@cognizant.com::b985271c-d48e-4393-b08b-b86138af203d" providerId="AD" clId="Web-{ACA8A001-590A-42B6-ADB4-84E68C9FFBAF}" dt="2019-10-14T14:27:33.719" v="1669"/>
          <ac:spMkLst>
            <pc:docMk/>
            <pc:sldMk cId="3776166686" sldId="646"/>
            <ac:spMk id="3" creationId="{8E9EF5C4-4649-44FA-AD3C-19CD7F01A8B5}"/>
          </ac:spMkLst>
        </pc:spChg>
        <pc:graphicFrameChg chg="add mod ord modGraphic">
          <ac:chgData name="B, Aruna Devi (Cognizant)" userId="S::145865@cognizant.com::b985271c-d48e-4393-b08b-b86138af203d" providerId="AD" clId="Web-{ACA8A001-590A-42B6-ADB4-84E68C9FFBAF}" dt="2019-10-14T14:28:22.007" v="2290"/>
          <ac:graphicFrameMkLst>
            <pc:docMk/>
            <pc:sldMk cId="3776166686" sldId="646"/>
            <ac:graphicFrameMk id="7" creationId="{67F821E1-9B7F-42DB-AF02-87A9C4E274B5}"/>
          </ac:graphicFrameMkLst>
        </pc:graphicFrameChg>
      </pc:sldChg>
      <pc:sldChg chg="addSp delSp modSp new">
        <pc:chgData name="B, Aruna Devi (Cognizant)" userId="S::145865@cognizant.com::b985271c-d48e-4393-b08b-b86138af203d" providerId="AD" clId="Web-{ACA8A001-590A-42B6-ADB4-84E68C9FFBAF}" dt="2019-10-14T15:13:38.601" v="2738" actId="20577"/>
        <pc:sldMkLst>
          <pc:docMk/>
          <pc:sldMk cId="1450814263" sldId="647"/>
        </pc:sldMkLst>
        <pc:spChg chg="mod">
          <ac:chgData name="B, Aruna Devi (Cognizant)" userId="S::145865@cognizant.com::b985271c-d48e-4393-b08b-b86138af203d" providerId="AD" clId="Web-{ACA8A001-590A-42B6-ADB4-84E68C9FFBAF}" dt="2019-10-14T14:53:57.482" v="2390" actId="20577"/>
          <ac:spMkLst>
            <pc:docMk/>
            <pc:sldMk cId="1450814263" sldId="647"/>
            <ac:spMk id="2" creationId="{1217BC85-E383-4573-B43E-A5D815E4B566}"/>
          </ac:spMkLst>
        </pc:spChg>
        <pc:spChg chg="del">
          <ac:chgData name="B, Aruna Devi (Cognizant)" userId="S::145865@cognizant.com::b985271c-d48e-4393-b08b-b86138af203d" providerId="AD" clId="Web-{ACA8A001-590A-42B6-ADB4-84E68C9FFBAF}" dt="2019-10-14T14:53:09.732" v="2298"/>
          <ac:spMkLst>
            <pc:docMk/>
            <pc:sldMk cId="1450814263" sldId="647"/>
            <ac:spMk id="3" creationId="{19089A97-502E-4344-8825-F87D60A8DEBB}"/>
          </ac:spMkLst>
        </pc:spChg>
        <pc:spChg chg="add del">
          <ac:chgData name="B, Aruna Devi (Cognizant)" userId="S::145865@cognizant.com::b985271c-d48e-4393-b08b-b86138af203d" providerId="AD" clId="Web-{ACA8A001-590A-42B6-ADB4-84E68C9FFBAF}" dt="2019-10-14T14:55:59.545" v="2439"/>
          <ac:spMkLst>
            <pc:docMk/>
            <pc:sldMk cId="1450814263" sldId="647"/>
            <ac:spMk id="10" creationId="{78AE6950-582B-4036-BA41-41D797D6BD9C}"/>
          </ac:spMkLst>
        </pc:spChg>
        <pc:spChg chg="add mod">
          <ac:chgData name="B, Aruna Devi (Cognizant)" userId="S::145865@cognizant.com::b985271c-d48e-4393-b08b-b86138af203d" providerId="AD" clId="Web-{ACA8A001-590A-42B6-ADB4-84E68C9FFBAF}" dt="2019-10-14T15:13:38.601" v="2738" actId="20577"/>
          <ac:spMkLst>
            <pc:docMk/>
            <pc:sldMk cId="1450814263" sldId="647"/>
            <ac:spMk id="11" creationId="{740B6A04-3255-4463-AF38-77F6DF147016}"/>
          </ac:spMkLst>
        </pc:spChg>
        <pc:spChg chg="add del mod">
          <ac:chgData name="B, Aruna Devi (Cognizant)" userId="S::145865@cognizant.com::b985271c-d48e-4393-b08b-b86138af203d" providerId="AD" clId="Web-{ACA8A001-590A-42B6-ADB4-84E68C9FFBAF}" dt="2019-10-14T15:09:33.689" v="2443"/>
          <ac:spMkLst>
            <pc:docMk/>
            <pc:sldMk cId="1450814263" sldId="647"/>
            <ac:spMk id="13" creationId="{5E33D4D9-2ECB-4203-8A66-91861C922ABC}"/>
          </ac:spMkLst>
        </pc:spChg>
        <pc:picChg chg="add del mod ord">
          <ac:chgData name="B, Aruna Devi (Cognizant)" userId="S::145865@cognizant.com::b985271c-d48e-4393-b08b-b86138af203d" providerId="AD" clId="Web-{ACA8A001-590A-42B6-ADB4-84E68C9FFBAF}" dt="2019-10-14T15:09:32.658" v="2442"/>
          <ac:picMkLst>
            <pc:docMk/>
            <pc:sldMk cId="1450814263" sldId="647"/>
            <ac:picMk id="6" creationId="{300F3141-CE18-4A54-897B-B93B85B34441}"/>
          </ac:picMkLst>
        </pc:picChg>
        <pc:picChg chg="add del mod">
          <ac:chgData name="B, Aruna Devi (Cognizant)" userId="S::145865@cognizant.com::b985271c-d48e-4393-b08b-b86138af203d" providerId="AD" clId="Web-{ACA8A001-590A-42B6-ADB4-84E68C9FFBAF}" dt="2019-10-14T14:54:22.248" v="2397"/>
          <ac:picMkLst>
            <pc:docMk/>
            <pc:sldMk cId="1450814263" sldId="647"/>
            <ac:picMk id="8" creationId="{E6B2C864-8BD9-47FE-843C-A65ADF6E5380}"/>
          </ac:picMkLst>
        </pc:picChg>
        <pc:picChg chg="add mod ord">
          <ac:chgData name="B, Aruna Devi (Cognizant)" userId="S::145865@cognizant.com::b985271c-d48e-4393-b08b-b86138af203d" providerId="AD" clId="Web-{ACA8A001-590A-42B6-ADB4-84E68C9FFBAF}" dt="2019-10-14T15:10:01.142" v="2447" actId="14100"/>
          <ac:picMkLst>
            <pc:docMk/>
            <pc:sldMk cId="1450814263" sldId="647"/>
            <ac:picMk id="14" creationId="{7A3AC9EF-0FB8-4613-8852-4E986F4E2797}"/>
          </ac:picMkLst>
        </pc:picChg>
      </pc:sldChg>
    </pc:docChg>
  </pc:docChgLst>
  <pc:docChgLst>
    <pc:chgData name="Mohseen, Hajira (Cognizant)" userId="S::124715@cognizant.com::3f93ccad-0264-48f1-af05-c8fb25d2c549" providerId="AD" clId="Web-{26E5F7C3-007F-41B8-8712-68015B9F7AD6}"/>
    <pc:docChg chg="modSld">
      <pc:chgData name="Mohseen, Hajira (Cognizant)" userId="S::124715@cognizant.com::3f93ccad-0264-48f1-af05-c8fb25d2c549" providerId="AD" clId="Web-{26E5F7C3-007F-41B8-8712-68015B9F7AD6}" dt="2019-10-14T10:48:09.196" v="41" actId="14100"/>
      <pc:docMkLst>
        <pc:docMk/>
      </pc:docMkLst>
      <pc:sldChg chg="modSp">
        <pc:chgData name="Mohseen, Hajira (Cognizant)" userId="S::124715@cognizant.com::3f93ccad-0264-48f1-af05-c8fb25d2c549" providerId="AD" clId="Web-{26E5F7C3-007F-41B8-8712-68015B9F7AD6}" dt="2019-10-14T10:47:14.712" v="23" actId="20577"/>
        <pc:sldMkLst>
          <pc:docMk/>
          <pc:sldMk cId="3928492065" sldId="612"/>
        </pc:sldMkLst>
        <pc:spChg chg="mod">
          <ac:chgData name="Mohseen, Hajira (Cognizant)" userId="S::124715@cognizant.com::3f93ccad-0264-48f1-af05-c8fb25d2c549" providerId="AD" clId="Web-{26E5F7C3-007F-41B8-8712-68015B9F7AD6}" dt="2019-10-14T10:47:10.181" v="13" actId="20577"/>
          <ac:spMkLst>
            <pc:docMk/>
            <pc:sldMk cId="3928492065" sldId="612"/>
            <ac:spMk id="2" creationId="{00000000-0000-0000-0000-000000000000}"/>
          </ac:spMkLst>
        </pc:spChg>
        <pc:spChg chg="mod">
          <ac:chgData name="Mohseen, Hajira (Cognizant)" userId="S::124715@cognizant.com::3f93ccad-0264-48f1-af05-c8fb25d2c549" providerId="AD" clId="Web-{26E5F7C3-007F-41B8-8712-68015B9F7AD6}" dt="2019-10-14T10:47:14.712" v="23" actId="20577"/>
          <ac:spMkLst>
            <pc:docMk/>
            <pc:sldMk cId="3928492065" sldId="612"/>
            <ac:spMk id="3" creationId="{00000000-0000-0000-0000-000000000000}"/>
          </ac:spMkLst>
        </pc:spChg>
      </pc:sldChg>
      <pc:sldChg chg="addSp delSp modSp">
        <pc:chgData name="Mohseen, Hajira (Cognizant)" userId="S::124715@cognizant.com::3f93ccad-0264-48f1-af05-c8fb25d2c549" providerId="AD" clId="Web-{26E5F7C3-007F-41B8-8712-68015B9F7AD6}" dt="2019-10-14T10:48:09.196" v="41" actId="14100"/>
        <pc:sldMkLst>
          <pc:docMk/>
          <pc:sldMk cId="477567315" sldId="613"/>
        </pc:sldMkLst>
        <pc:spChg chg="mod">
          <ac:chgData name="Mohseen, Hajira (Cognizant)" userId="S::124715@cognizant.com::3f93ccad-0264-48f1-af05-c8fb25d2c549" providerId="AD" clId="Web-{26E5F7C3-007F-41B8-8712-68015B9F7AD6}" dt="2019-10-14T10:48:09.196" v="41" actId="14100"/>
          <ac:spMkLst>
            <pc:docMk/>
            <pc:sldMk cId="477567315" sldId="613"/>
            <ac:spMk id="2" creationId="{00000000-0000-0000-0000-000000000000}"/>
          </ac:spMkLst>
        </pc:spChg>
        <pc:spChg chg="del">
          <ac:chgData name="Mohseen, Hajira (Cognizant)" userId="S::124715@cognizant.com::3f93ccad-0264-48f1-af05-c8fb25d2c549" providerId="AD" clId="Web-{26E5F7C3-007F-41B8-8712-68015B9F7AD6}" dt="2019-10-14T10:48:03.353" v="39"/>
          <ac:spMkLst>
            <pc:docMk/>
            <pc:sldMk cId="477567315" sldId="613"/>
            <ac:spMk id="3" creationId="{00000000-0000-0000-0000-000000000000}"/>
          </ac:spMkLst>
        </pc:spChg>
        <pc:picChg chg="add del mod">
          <ac:chgData name="Mohseen, Hajira (Cognizant)" userId="S::124715@cognizant.com::3f93ccad-0264-48f1-af05-c8fb25d2c549" providerId="AD" clId="Web-{26E5F7C3-007F-41B8-8712-68015B9F7AD6}" dt="2019-10-14T10:47:35.134" v="28"/>
          <ac:picMkLst>
            <pc:docMk/>
            <pc:sldMk cId="477567315" sldId="613"/>
            <ac:picMk id="7" creationId="{11BA6138-61E2-4A3B-AB80-97255330629C}"/>
          </ac:picMkLst>
        </pc:picChg>
      </pc:sldChg>
    </pc:docChg>
  </pc:docChgLst>
  <pc:docChgLst>
    <pc:chgData name="B, Aruna Devi (Cognizant)" userId="S::145865@cognizant.com::b985271c-d48e-4393-b08b-b86138af203d" providerId="AD" clId="Web-{451348E9-900F-413D-85A1-D80CCEF20B3F}"/>
    <pc:docChg chg="modSld">
      <pc:chgData name="B, Aruna Devi (Cognizant)" userId="S::145865@cognizant.com::b985271c-d48e-4393-b08b-b86138af203d" providerId="AD" clId="Web-{451348E9-900F-413D-85A1-D80CCEF20B3F}" dt="2019-10-15T11:42:20.576" v="36" actId="1076"/>
      <pc:docMkLst>
        <pc:docMk/>
      </pc:docMkLst>
      <pc:sldChg chg="addSp delSp modSp">
        <pc:chgData name="B, Aruna Devi (Cognizant)" userId="S::145865@cognizant.com::b985271c-d48e-4393-b08b-b86138af203d" providerId="AD" clId="Web-{451348E9-900F-413D-85A1-D80CCEF20B3F}" dt="2019-10-15T11:40:03.856" v="8" actId="1076"/>
        <pc:sldMkLst>
          <pc:docMk/>
          <pc:sldMk cId="3188802089" sldId="641"/>
        </pc:sldMkLst>
        <pc:spChg chg="add del mod">
          <ac:chgData name="B, Aruna Devi (Cognizant)" userId="S::145865@cognizant.com::b985271c-d48e-4393-b08b-b86138af203d" providerId="AD" clId="Web-{451348E9-900F-413D-85A1-D80CCEF20B3F}" dt="2019-10-15T11:38:26.246" v="1"/>
          <ac:spMkLst>
            <pc:docMk/>
            <pc:sldMk cId="3188802089" sldId="641"/>
            <ac:spMk id="6" creationId="{D0514DFA-E9EF-41A8-892E-1E4E22F4CBE0}"/>
          </ac:spMkLst>
        </pc:spChg>
        <pc:picChg chg="add mod">
          <ac:chgData name="B, Aruna Devi (Cognizant)" userId="S::145865@cognizant.com::b985271c-d48e-4393-b08b-b86138af203d" providerId="AD" clId="Web-{451348E9-900F-413D-85A1-D80CCEF20B3F}" dt="2019-10-15T11:40:03.856" v="8" actId="1076"/>
          <ac:picMkLst>
            <pc:docMk/>
            <pc:sldMk cId="3188802089" sldId="641"/>
            <ac:picMk id="7" creationId="{A3E93945-DB3C-4EB8-B91D-83B85F31E2EF}"/>
          </ac:picMkLst>
        </pc:picChg>
        <pc:picChg chg="del">
          <ac:chgData name="B, Aruna Devi (Cognizant)" userId="S::145865@cognizant.com::b985271c-d48e-4393-b08b-b86138af203d" providerId="AD" clId="Web-{451348E9-900F-413D-85A1-D80CCEF20B3F}" dt="2019-10-15T11:37:51.512" v="0"/>
          <ac:picMkLst>
            <pc:docMk/>
            <pc:sldMk cId="3188802089" sldId="641"/>
            <ac:picMk id="8" creationId="{292D9000-BDBA-4E54-A970-D9E03A59F98F}"/>
          </ac:picMkLst>
        </pc:picChg>
      </pc:sldChg>
      <pc:sldChg chg="addSp delSp modSp">
        <pc:chgData name="B, Aruna Devi (Cognizant)" userId="S::145865@cognizant.com::b985271c-d48e-4393-b08b-b86138af203d" providerId="AD" clId="Web-{451348E9-900F-413D-85A1-D80CCEF20B3F}" dt="2019-10-15T11:41:17.154" v="30" actId="1076"/>
        <pc:sldMkLst>
          <pc:docMk/>
          <pc:sldMk cId="3376823793" sldId="642"/>
        </pc:sldMkLst>
        <pc:spChg chg="add del mod">
          <ac:chgData name="B, Aruna Devi (Cognizant)" userId="S::145865@cognizant.com::b985271c-d48e-4393-b08b-b86138af203d" providerId="AD" clId="Web-{451348E9-900F-413D-85A1-D80CCEF20B3F}" dt="2019-10-15T11:41:02.122" v="26"/>
          <ac:spMkLst>
            <pc:docMk/>
            <pc:sldMk cId="3376823793" sldId="642"/>
            <ac:spMk id="7" creationId="{190BBECA-BEBF-4AD5-879D-176D5DCFC6B2}"/>
          </ac:spMkLst>
        </pc:spChg>
        <pc:picChg chg="del">
          <ac:chgData name="B, Aruna Devi (Cognizant)" userId="S::145865@cognizant.com::b985271c-d48e-4393-b08b-b86138af203d" providerId="AD" clId="Web-{451348E9-900F-413D-85A1-D80CCEF20B3F}" dt="2019-10-15T11:40:25.591" v="25"/>
          <ac:picMkLst>
            <pc:docMk/>
            <pc:sldMk cId="3376823793" sldId="642"/>
            <ac:picMk id="6" creationId="{3729CA46-B3A0-4212-BEB5-67AA8D58318F}"/>
          </ac:picMkLst>
        </pc:picChg>
        <pc:picChg chg="add mod ord">
          <ac:chgData name="B, Aruna Devi (Cognizant)" userId="S::145865@cognizant.com::b985271c-d48e-4393-b08b-b86138af203d" providerId="AD" clId="Web-{451348E9-900F-413D-85A1-D80CCEF20B3F}" dt="2019-10-15T11:41:17.154" v="30" actId="1076"/>
          <ac:picMkLst>
            <pc:docMk/>
            <pc:sldMk cId="3376823793" sldId="642"/>
            <ac:picMk id="8" creationId="{25430F3A-98EB-40F7-BC80-60F95FB772C9}"/>
          </ac:picMkLst>
        </pc:picChg>
      </pc:sldChg>
      <pc:sldChg chg="addSp delSp modSp">
        <pc:chgData name="B, Aruna Devi (Cognizant)" userId="S::145865@cognizant.com::b985271c-d48e-4393-b08b-b86138af203d" providerId="AD" clId="Web-{451348E9-900F-413D-85A1-D80CCEF20B3F}" dt="2019-10-15T11:42:20.576" v="36" actId="1076"/>
        <pc:sldMkLst>
          <pc:docMk/>
          <pc:sldMk cId="2222841503" sldId="643"/>
        </pc:sldMkLst>
        <pc:spChg chg="add del mod">
          <ac:chgData name="B, Aruna Devi (Cognizant)" userId="S::145865@cognizant.com::b985271c-d48e-4393-b08b-b86138af203d" providerId="AD" clId="Web-{451348E9-900F-413D-85A1-D80CCEF20B3F}" dt="2019-10-15T11:42:08.014" v="32"/>
          <ac:spMkLst>
            <pc:docMk/>
            <pc:sldMk cId="2222841503" sldId="643"/>
            <ac:spMk id="7" creationId="{1F98211C-C1D8-420D-B1BF-16C381E3310B}"/>
          </ac:spMkLst>
        </pc:spChg>
        <pc:picChg chg="del">
          <ac:chgData name="B, Aruna Devi (Cognizant)" userId="S::145865@cognizant.com::b985271c-d48e-4393-b08b-b86138af203d" providerId="AD" clId="Web-{451348E9-900F-413D-85A1-D80CCEF20B3F}" dt="2019-10-15T11:41:26.201" v="31"/>
          <ac:picMkLst>
            <pc:docMk/>
            <pc:sldMk cId="2222841503" sldId="643"/>
            <ac:picMk id="6" creationId="{1DAEE466-8B9C-4E60-B2A7-BB615DA85DE6}"/>
          </ac:picMkLst>
        </pc:picChg>
        <pc:picChg chg="add mod ord">
          <ac:chgData name="B, Aruna Devi (Cognizant)" userId="S::145865@cognizant.com::b985271c-d48e-4393-b08b-b86138af203d" providerId="AD" clId="Web-{451348E9-900F-413D-85A1-D80CCEF20B3F}" dt="2019-10-15T11:42:20.576" v="36" actId="1076"/>
          <ac:picMkLst>
            <pc:docMk/>
            <pc:sldMk cId="2222841503" sldId="643"/>
            <ac:picMk id="8" creationId="{BF74CC3D-F633-468F-B1A4-D1848AD74F6F}"/>
          </ac:picMkLst>
        </pc:picChg>
      </pc:sldChg>
      <pc:sldChg chg="modSp">
        <pc:chgData name="B, Aruna Devi (Cognizant)" userId="S::145865@cognizant.com::b985271c-d48e-4393-b08b-b86138af203d" providerId="AD" clId="Web-{451348E9-900F-413D-85A1-D80CCEF20B3F}" dt="2019-10-15T11:40:20.841" v="24"/>
        <pc:sldMkLst>
          <pc:docMk/>
          <pc:sldMk cId="1418698599" sldId="644"/>
        </pc:sldMkLst>
        <pc:graphicFrameChg chg="mod modGraphic">
          <ac:chgData name="B, Aruna Devi (Cognizant)" userId="S::145865@cognizant.com::b985271c-d48e-4393-b08b-b86138af203d" providerId="AD" clId="Web-{451348E9-900F-413D-85A1-D80CCEF20B3F}" dt="2019-10-15T11:40:20.841" v="24"/>
          <ac:graphicFrameMkLst>
            <pc:docMk/>
            <pc:sldMk cId="1418698599" sldId="644"/>
            <ac:graphicFrameMk id="7" creationId="{9BAD76A0-8A5E-49EE-BE4B-A273D36BF434}"/>
          </ac:graphicFrameMkLst>
        </pc:graphicFrameChg>
      </pc:sldChg>
    </pc:docChg>
  </pc:docChgLst>
  <pc:docChgLst>
    <pc:chgData name="Mohseen, Hajira (Cognizant)" userId="S::124715@cognizant.com::3f93ccad-0264-48f1-af05-c8fb25d2c549" providerId="AD" clId="Web-{D2268CDB-0E29-40B3-BDC9-12D725DA8035}"/>
    <pc:docChg chg="addSld">
      <pc:chgData name="Mohseen, Hajira (Cognizant)" userId="S::124715@cognizant.com::3f93ccad-0264-48f1-af05-c8fb25d2c549" providerId="AD" clId="Web-{D2268CDB-0E29-40B3-BDC9-12D725DA8035}" dt="2019-10-14T10:49:00.886" v="0"/>
      <pc:docMkLst>
        <pc:docMk/>
      </pc:docMkLst>
      <pc:sldChg chg="new">
        <pc:chgData name="Mohseen, Hajira (Cognizant)" userId="S::124715@cognizant.com::3f93ccad-0264-48f1-af05-c8fb25d2c549" providerId="AD" clId="Web-{D2268CDB-0E29-40B3-BDC9-12D725DA8035}" dt="2019-10-14T10:49:00.886" v="0"/>
        <pc:sldMkLst>
          <pc:docMk/>
          <pc:sldMk cId="631744937" sldId="626"/>
        </pc:sldMkLst>
      </pc:sldChg>
    </pc:docChg>
  </pc:docChgLst>
  <pc:docChgLst>
    <pc:chgData name="Ilangovan, Shyamala Lakshmi (Cognizant)" userId="S::206604@cognizant.com::706eb8e7-0131-457e-a3a2-3f7b318a35b8" providerId="AD" clId="Web-{11802406-3FC8-43F2-9460-B949D7B92730}"/>
    <pc:docChg chg="modSld">
      <pc:chgData name="Ilangovan, Shyamala Lakshmi (Cognizant)" userId="S::206604@cognizant.com::706eb8e7-0131-457e-a3a2-3f7b318a35b8" providerId="AD" clId="Web-{11802406-3FC8-43F2-9460-B949D7B92730}" dt="2019-10-14T10:29:44.885" v="0" actId="20577"/>
      <pc:docMkLst>
        <pc:docMk/>
      </pc:docMkLst>
      <pc:sldChg chg="modSp">
        <pc:chgData name="Ilangovan, Shyamala Lakshmi (Cognizant)" userId="S::206604@cognizant.com::706eb8e7-0131-457e-a3a2-3f7b318a35b8" providerId="AD" clId="Web-{11802406-3FC8-43F2-9460-B949D7B92730}" dt="2019-10-14T10:29:44.885" v="0" actId="20577"/>
        <pc:sldMkLst>
          <pc:docMk/>
          <pc:sldMk cId="1843702044" sldId="625"/>
        </pc:sldMkLst>
        <pc:spChg chg="mod">
          <ac:chgData name="Ilangovan, Shyamala Lakshmi (Cognizant)" userId="S::206604@cognizant.com::706eb8e7-0131-457e-a3a2-3f7b318a35b8" providerId="AD" clId="Web-{11802406-3FC8-43F2-9460-B949D7B92730}" dt="2019-10-14T10:29:44.885" v="0" actId="20577"/>
          <ac:spMkLst>
            <pc:docMk/>
            <pc:sldMk cId="1843702044" sldId="625"/>
            <ac:spMk id="20" creationId="{00000000-0000-0000-0000-000000000000}"/>
          </ac:spMkLst>
        </pc:spChg>
      </pc:sldChg>
    </pc:docChg>
  </pc:docChgLst>
  <pc:docChgLst>
    <pc:chgData name="Ilangovan, Shyamala Lakshmi (Cognizant)" userId="S::206604@cognizant.com::706eb8e7-0131-457e-a3a2-3f7b318a35b8" providerId="AD" clId="Web-{99C2CA74-805F-0721-FFE7-316BCDA4B572}"/>
    <pc:docChg chg="modSld">
      <pc:chgData name="Ilangovan, Shyamala Lakshmi (Cognizant)" userId="S::206604@cognizant.com::706eb8e7-0131-457e-a3a2-3f7b318a35b8" providerId="AD" clId="Web-{99C2CA74-805F-0721-FFE7-316BCDA4B572}" dt="2019-10-16T04:07:34.897" v="353" actId="20577"/>
      <pc:docMkLst>
        <pc:docMk/>
      </pc:docMkLst>
      <pc:sldChg chg="modSp">
        <pc:chgData name="Ilangovan, Shyamala Lakshmi (Cognizant)" userId="S::206604@cognizant.com::706eb8e7-0131-457e-a3a2-3f7b318a35b8" providerId="AD" clId="Web-{99C2CA74-805F-0721-FFE7-316BCDA4B572}" dt="2019-10-16T04:07:32.725" v="351" actId="20577"/>
        <pc:sldMkLst>
          <pc:docMk/>
          <pc:sldMk cId="1218386046" sldId="655"/>
        </pc:sldMkLst>
        <pc:spChg chg="mod">
          <ac:chgData name="Ilangovan, Shyamala Lakshmi (Cognizant)" userId="S::206604@cognizant.com::706eb8e7-0131-457e-a3a2-3f7b318a35b8" providerId="AD" clId="Web-{99C2CA74-805F-0721-FFE7-316BCDA4B572}" dt="2019-10-16T04:07:32.725" v="351" actId="20577"/>
          <ac:spMkLst>
            <pc:docMk/>
            <pc:sldMk cId="1218386046" sldId="655"/>
            <ac:spMk id="6" creationId="{00000000-0000-0000-0000-000000000000}"/>
          </ac:spMkLst>
        </pc:spChg>
        <pc:spChg chg="mod">
          <ac:chgData name="Ilangovan, Shyamala Lakshmi (Cognizant)" userId="S::206604@cognizant.com::706eb8e7-0131-457e-a3a2-3f7b318a35b8" providerId="AD" clId="Web-{99C2CA74-805F-0721-FFE7-316BCDA4B572}" dt="2019-10-16T04:06:41.757" v="278" actId="1076"/>
          <ac:spMkLst>
            <pc:docMk/>
            <pc:sldMk cId="1218386046" sldId="655"/>
            <ac:spMk id="7" creationId="{00000000-0000-0000-0000-000000000000}"/>
          </ac:spMkLst>
        </pc:spChg>
        <pc:spChg chg="mod">
          <ac:chgData name="Ilangovan, Shyamala Lakshmi (Cognizant)" userId="S::206604@cognizant.com::706eb8e7-0131-457e-a3a2-3f7b318a35b8" providerId="AD" clId="Web-{99C2CA74-805F-0721-FFE7-316BCDA4B572}" dt="2019-10-16T04:06:48.038" v="279" actId="1076"/>
          <ac:spMkLst>
            <pc:docMk/>
            <pc:sldMk cId="1218386046" sldId="655"/>
            <ac:spMk id="8" creationId="{00000000-0000-0000-0000-000000000000}"/>
          </ac:spMkLst>
        </pc:spChg>
        <pc:spChg chg="mod">
          <ac:chgData name="Ilangovan, Shyamala Lakshmi (Cognizant)" userId="S::206604@cognizant.com::706eb8e7-0131-457e-a3a2-3f7b318a35b8" providerId="AD" clId="Web-{99C2CA74-805F-0721-FFE7-316BCDA4B572}" dt="2019-10-16T04:04:51.414" v="5" actId="1076"/>
          <ac:spMkLst>
            <pc:docMk/>
            <pc:sldMk cId="1218386046" sldId="655"/>
            <ac:spMk id="12" creationId="{00000000-0000-0000-0000-000000000000}"/>
          </ac:spMkLst>
        </pc:spChg>
        <pc:graphicFrameChg chg="mod">
          <ac:chgData name="Ilangovan, Shyamala Lakshmi (Cognizant)" userId="S::206604@cognizant.com::706eb8e7-0131-457e-a3a2-3f7b318a35b8" providerId="AD" clId="Web-{99C2CA74-805F-0721-FFE7-316BCDA4B572}" dt="2019-10-16T04:06:48.054" v="280" actId="1076"/>
          <ac:graphicFrameMkLst>
            <pc:docMk/>
            <pc:sldMk cId="1218386046" sldId="655"/>
            <ac:graphicFrameMk id="9" creationId="{00000000-0000-0000-0000-000000000000}"/>
          </ac:graphicFrameMkLst>
        </pc:graphicFrameChg>
        <pc:graphicFrameChg chg="mod">
          <ac:chgData name="Ilangovan, Shyamala Lakshmi (Cognizant)" userId="S::206604@cognizant.com::706eb8e7-0131-457e-a3a2-3f7b318a35b8" providerId="AD" clId="Web-{99C2CA74-805F-0721-FFE7-316BCDA4B572}" dt="2019-10-16T04:06:48.101" v="281" actId="1076"/>
          <ac:graphicFrameMkLst>
            <pc:docMk/>
            <pc:sldMk cId="1218386046" sldId="655"/>
            <ac:graphicFrameMk id="10" creationId="{00000000-0000-0000-0000-000000000000}"/>
          </ac:graphicFrameMkLst>
        </pc:graphicFrameChg>
        <pc:graphicFrameChg chg="mod">
          <ac:chgData name="Ilangovan, Shyamala Lakshmi (Cognizant)" userId="S::206604@cognizant.com::706eb8e7-0131-457e-a3a2-3f7b318a35b8" providerId="AD" clId="Web-{99C2CA74-805F-0721-FFE7-316BCDA4B572}" dt="2019-10-16T04:06:48.132" v="282" actId="1076"/>
          <ac:graphicFrameMkLst>
            <pc:docMk/>
            <pc:sldMk cId="1218386046" sldId="655"/>
            <ac:graphicFrameMk id="11" creationId="{00000000-0000-0000-0000-000000000000}"/>
          </ac:graphicFrameMkLst>
        </pc:graphicFrameChg>
      </pc:sldChg>
    </pc:docChg>
  </pc:docChgLst>
  <pc:docChgLst>
    <pc:chgData name="Ilangovan, Shyamala Lakshmi (Cognizant)" userId="S::206604@cognizant.com::706eb8e7-0131-457e-a3a2-3f7b318a35b8" providerId="AD" clId="Web-{D6267AB1-C453-4E3A-AF95-31319C515AC0}"/>
    <pc:docChg chg="modSld">
      <pc:chgData name="Ilangovan, Shyamala Lakshmi (Cognizant)" userId="S::206604@cognizant.com::706eb8e7-0131-457e-a3a2-3f7b318a35b8" providerId="AD" clId="Web-{D6267AB1-C453-4E3A-AF95-31319C515AC0}" dt="2019-10-14T10:25:18.482" v="3" actId="20577"/>
      <pc:docMkLst>
        <pc:docMk/>
      </pc:docMkLst>
      <pc:sldChg chg="modSp">
        <pc:chgData name="Ilangovan, Shyamala Lakshmi (Cognizant)" userId="S::206604@cognizant.com::706eb8e7-0131-457e-a3a2-3f7b318a35b8" providerId="AD" clId="Web-{D6267AB1-C453-4E3A-AF95-31319C515AC0}" dt="2019-10-14T10:25:18.482" v="2" actId="20577"/>
        <pc:sldMkLst>
          <pc:docMk/>
          <pc:sldMk cId="3159277087" sldId="624"/>
        </pc:sldMkLst>
        <pc:spChg chg="mod">
          <ac:chgData name="Ilangovan, Shyamala Lakshmi (Cognizant)" userId="S::206604@cognizant.com::706eb8e7-0131-457e-a3a2-3f7b318a35b8" providerId="AD" clId="Web-{D6267AB1-C453-4E3A-AF95-31319C515AC0}" dt="2019-10-14T10:25:18.482" v="2" actId="20577"/>
          <ac:spMkLst>
            <pc:docMk/>
            <pc:sldMk cId="3159277087" sldId="624"/>
            <ac:spMk id="14" creationId="{00000000-0000-0000-0000-000000000000}"/>
          </ac:spMkLst>
        </pc:spChg>
      </pc:sldChg>
    </pc:docChg>
  </pc:docChgLst>
  <pc:docChgLst>
    <pc:chgData name="Ilangovan, Shyamala Lakshmi (Cognizant)" userId="S::206604@cognizant.com::706eb8e7-0131-457e-a3a2-3f7b318a35b8" providerId="AD" clId="Web-{DFE9B304-75C6-4D83-83B1-DB46D42B2C24}"/>
    <pc:docChg chg="modSld">
      <pc:chgData name="Ilangovan, Shyamala Lakshmi (Cognizant)" userId="S::206604@cognizant.com::706eb8e7-0131-457e-a3a2-3f7b318a35b8" providerId="AD" clId="Web-{DFE9B304-75C6-4D83-83B1-DB46D42B2C24}" dt="2019-10-14T13:02:19.903" v="34" actId="1076"/>
      <pc:docMkLst>
        <pc:docMk/>
      </pc:docMkLst>
      <pc:sldChg chg="modSp">
        <pc:chgData name="Ilangovan, Shyamala Lakshmi (Cognizant)" userId="S::206604@cognizant.com::706eb8e7-0131-457e-a3a2-3f7b318a35b8" providerId="AD" clId="Web-{DFE9B304-75C6-4D83-83B1-DB46D42B2C24}" dt="2019-10-14T13:02:19.903" v="34" actId="1076"/>
        <pc:sldMkLst>
          <pc:docMk/>
          <pc:sldMk cId="65870916" sldId="634"/>
        </pc:sldMkLst>
        <pc:spChg chg="mod">
          <ac:chgData name="Ilangovan, Shyamala Lakshmi (Cognizant)" userId="S::206604@cognizant.com::706eb8e7-0131-457e-a3a2-3f7b318a35b8" providerId="AD" clId="Web-{DFE9B304-75C6-4D83-83B1-DB46D42B2C24}" dt="2019-10-14T13:02:19.903" v="34" actId="1076"/>
          <ac:spMkLst>
            <pc:docMk/>
            <pc:sldMk cId="65870916" sldId="634"/>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D17CED-9DA7-4820-AC53-E6D610514ED8}" type="datetimeFigureOut">
              <a:rPr lang="en-US" smtClean="0"/>
              <a:t>7/14/2020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9C99AF-30F7-4ECB-96CF-2E0894F1C821}" type="slidenum">
              <a:rPr lang="en-US" smtClean="0"/>
              <a:t>‹#›</a:t>
            </a:fld>
            <a:endParaRPr lang="en-US"/>
          </a:p>
        </p:txBody>
      </p:sp>
    </p:spTree>
    <p:extLst>
      <p:ext uri="{BB962C8B-B14F-4D97-AF65-F5344CB8AC3E}">
        <p14:creationId xmlns:p14="http://schemas.microsoft.com/office/powerpoint/2010/main" val="1219652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9C99AF-30F7-4ECB-96CF-2E0894F1C821}" type="slidenum">
              <a:rPr lang="en-US" smtClean="0"/>
              <a:t>1</a:t>
            </a:fld>
            <a:endParaRPr lang="en-US"/>
          </a:p>
        </p:txBody>
      </p:sp>
    </p:spTree>
    <p:extLst>
      <p:ext uri="{BB962C8B-B14F-4D97-AF65-F5344CB8AC3E}">
        <p14:creationId xmlns:p14="http://schemas.microsoft.com/office/powerpoint/2010/main" val="6615912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White Cover Slide, Graph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BA977D-F01B-45A3-A788-241A0D7E09A5}"/>
              </a:ext>
            </a:extLst>
          </p:cNvPr>
          <p:cNvPicPr>
            <a:picLocks noChangeAspect="1"/>
          </p:cNvPicPr>
          <p:nvPr/>
        </p:nvPicPr>
        <p:blipFill>
          <a:blip r:embed="rId2"/>
          <a:stretch>
            <a:fillRect/>
          </a:stretch>
        </p:blipFill>
        <p:spPr>
          <a:xfrm>
            <a:off x="0" y="5935981"/>
            <a:ext cx="12192000" cy="922020"/>
          </a:xfrm>
          <a:prstGeom prst="rect">
            <a:avLst/>
          </a:prstGeom>
        </p:spPr>
      </p:pic>
      <p:pic>
        <p:nvPicPr>
          <p:cNvPr id="7" name="Picture 6">
            <a:extLst>
              <a:ext uri="{FF2B5EF4-FFF2-40B4-BE49-F238E27FC236}">
                <a16:creationId xmlns:a16="http://schemas.microsoft.com/office/drawing/2014/main" id="{99B63AD2-13B3-4C1A-81A7-6B8DAA7875C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black">
          <a:xfrm>
            <a:off x="609601" y="673071"/>
            <a:ext cx="5959936" cy="675831"/>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black">
          <a:xfrm>
            <a:off x="609600" y="2255520"/>
            <a:ext cx="6705600" cy="1403461"/>
          </a:xfrm>
        </p:spPr>
        <p:txBody>
          <a:bodyPr anchor="b">
            <a:spAutoFit/>
          </a:bodyPr>
          <a:lstStyle>
            <a:lvl1pPr algn="l">
              <a:defRPr sz="5067">
                <a:solidFill>
                  <a:schemeClr val="tx1"/>
                </a:solidFill>
              </a:defRPr>
            </a:lvl1pPr>
          </a:lstStyle>
          <a:p>
            <a:pPr lvl="0"/>
            <a:r>
              <a:rPr lang="en-US" dirty="0"/>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black">
          <a:xfrm>
            <a:off x="609600" y="4157473"/>
            <a:ext cx="6705600" cy="718145"/>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tx1"/>
                </a:solidFill>
              </a:defRPr>
            </a:lvl1pPr>
            <a:lvl2pPr marL="0" indent="0" algn="l">
              <a:buClrTx/>
              <a:buFont typeface="Arial" panose="020B0604020202020204" pitchFamily="34" charset="0"/>
              <a:buNone/>
              <a:tabLst/>
              <a:defRPr sz="1600">
                <a:solidFill>
                  <a:schemeClr val="tx1"/>
                </a:solidFill>
              </a:defRPr>
            </a:lvl2pPr>
            <a:lvl3pPr marL="304792" indent="-304792" algn="l">
              <a:spcBef>
                <a:spcPts val="800"/>
              </a:spcBef>
              <a:buClrTx/>
              <a:buSzPct val="125000"/>
              <a:buFont typeface="Arial" panose="020B0604020202020204" pitchFamily="34" charset="0"/>
              <a:buChar char="•"/>
              <a:defRPr sz="1600">
                <a:solidFill>
                  <a:schemeClr val="tx1"/>
                </a:solidFill>
              </a:defRPr>
            </a:lvl3pPr>
            <a:lvl4pPr marL="304792" indent="-304792" algn="l">
              <a:spcBef>
                <a:spcPts val="800"/>
              </a:spcBef>
              <a:buClrTx/>
              <a:buSzPct val="125000"/>
              <a:buFont typeface="Arial" panose="020B0604020202020204" pitchFamily="34" charset="0"/>
              <a:buChar char="•"/>
              <a:defRPr sz="1600">
                <a:solidFill>
                  <a:schemeClr val="tx1"/>
                </a:solidFill>
              </a:defRPr>
            </a:lvl4pPr>
            <a:lvl5pPr marL="304792" indent="-304792" algn="l">
              <a:spcBef>
                <a:spcPts val="800"/>
              </a:spcBef>
              <a:buClrTx/>
              <a:buSzPct val="125000"/>
              <a:buFont typeface="Arial" panose="020B0604020202020204" pitchFamily="34" charset="0"/>
              <a:buChar char="•"/>
              <a:defRPr sz="1600">
                <a:solidFill>
                  <a:schemeClr val="tx1"/>
                </a:solidFill>
              </a:defRPr>
            </a:lvl5pPr>
            <a:lvl6pPr marL="304792" indent="-304792" algn="l">
              <a:spcBef>
                <a:spcPts val="800"/>
              </a:spcBef>
              <a:buClrTx/>
              <a:buSzPct val="125000"/>
              <a:buFont typeface="Arial" panose="020B0604020202020204" pitchFamily="34" charset="0"/>
              <a:buChar char="•"/>
              <a:defRPr sz="1600">
                <a:solidFill>
                  <a:schemeClr val="tx1"/>
                </a:solidFill>
              </a:defRPr>
            </a:lvl6pPr>
            <a:lvl7pPr marL="304792" indent="-304792" algn="l">
              <a:spcBef>
                <a:spcPts val="800"/>
              </a:spcBef>
              <a:buClrTx/>
              <a:buSzPct val="125000"/>
              <a:buFont typeface="Arial" panose="020B0604020202020204" pitchFamily="34" charset="0"/>
              <a:buChar char="•"/>
              <a:defRPr sz="1600">
                <a:solidFill>
                  <a:schemeClr val="tx1"/>
                </a:solidFill>
              </a:defRPr>
            </a:lvl7pPr>
            <a:lvl8pPr marL="304792" indent="-304792" algn="l">
              <a:spcBef>
                <a:spcPts val="800"/>
              </a:spcBef>
              <a:buClrTx/>
              <a:buSzPct val="125000"/>
              <a:buFont typeface="Arial" panose="020B0604020202020204" pitchFamily="34" charset="0"/>
              <a:buChar char="•"/>
              <a:defRPr sz="1600">
                <a:solidFill>
                  <a:schemeClr val="tx1"/>
                </a:solidFill>
              </a:defRPr>
            </a:lvl8pPr>
            <a:lvl9pPr marL="304792" indent="-304792" algn="l">
              <a:spcBef>
                <a:spcPts val="800"/>
              </a:spcBef>
              <a:buClrTx/>
              <a:buSzPct val="125000"/>
              <a:buFont typeface="Arial" panose="020B0604020202020204" pitchFamily="34" charset="0"/>
              <a:buChar char="•"/>
              <a:defRPr sz="1600">
                <a:solidFill>
                  <a:schemeClr val="tx1"/>
                </a:solidFill>
              </a:defRPr>
            </a:lvl9pPr>
          </a:lstStyle>
          <a:p>
            <a:pPr lvl="0"/>
            <a:r>
              <a:rPr lang="en-US" dirty="0"/>
              <a:t>Speaker’s Full Name</a:t>
            </a:r>
          </a:p>
          <a:p>
            <a:pPr lvl="1"/>
            <a:r>
              <a:rPr lang="en-US" dirty="0"/>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6705600"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smtClean="0"/>
              <a:t>© 2020 Cognizant</a:t>
            </a:r>
            <a:endParaRPr lang="en-US" dirty="0"/>
          </a:p>
        </p:txBody>
      </p:sp>
      <p:cxnSp>
        <p:nvCxnSpPr>
          <p:cNvPr id="8" name="Straight Connector 7">
            <a:extLst>
              <a:ext uri="{FF2B5EF4-FFF2-40B4-BE49-F238E27FC236}">
                <a16:creationId xmlns:a16="http://schemas.microsoft.com/office/drawing/2014/main" id="{B2D38650-2189-4A4F-AD30-9C41C4094C5F}"/>
              </a:ext>
            </a:extLst>
          </p:cNvPr>
          <p:cNvCxnSpPr>
            <a:cxnSpLocks/>
          </p:cNvCxnSpPr>
          <p:nvPr/>
        </p:nvCxnSpPr>
        <p:spPr bwMode="black">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993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lue Cover Slide, Graphic">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5F1FCDD-9A69-4405-B89F-CFDAF1874AA8}"/>
              </a:ext>
            </a:extLst>
          </p:cNvPr>
          <p:cNvPicPr>
            <a:picLocks noChangeAspect="1"/>
          </p:cNvPicPr>
          <p:nvPr/>
        </p:nvPicPr>
        <p:blipFill>
          <a:blip r:embed="rId2"/>
          <a:stretch>
            <a:fillRect/>
          </a:stretch>
        </p:blipFill>
        <p:spPr>
          <a:xfrm>
            <a:off x="0" y="0"/>
            <a:ext cx="12192000" cy="6868160"/>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white">
          <a:xfrm>
            <a:off x="609600" y="2254916"/>
            <a:ext cx="6705600" cy="1403461"/>
          </a:xfrm>
        </p:spPr>
        <p:txBody>
          <a:bodyPr anchor="b">
            <a:spAutoFit/>
          </a:bodyPr>
          <a:lstStyle>
            <a:lvl1pPr algn="l">
              <a:defRPr sz="5067">
                <a:solidFill>
                  <a:schemeClr val="bg1"/>
                </a:solidFill>
              </a:defRPr>
            </a:lvl1pPr>
          </a:lstStyle>
          <a:p>
            <a:pPr lvl="0"/>
            <a:r>
              <a:rPr lang="en-US" dirty="0"/>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white">
          <a:xfrm>
            <a:off x="609600" y="4157473"/>
            <a:ext cx="6705600" cy="718145"/>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bg1"/>
                </a:solidFill>
              </a:defRPr>
            </a:lvl1pPr>
            <a:lvl2pPr marL="0" indent="0" algn="l">
              <a:buClrTx/>
              <a:buFont typeface="Arial" panose="020B0604020202020204" pitchFamily="34" charset="0"/>
              <a:buNone/>
              <a:tabLst/>
              <a:defRPr sz="1600">
                <a:solidFill>
                  <a:schemeClr val="bg1"/>
                </a:solidFill>
              </a:defRPr>
            </a:lvl2pPr>
            <a:lvl3pPr marL="304792" indent="-304792" algn="l">
              <a:spcBef>
                <a:spcPts val="800"/>
              </a:spcBef>
              <a:buClrTx/>
              <a:buSzPct val="125000"/>
              <a:buFont typeface="Arial" panose="020B0604020202020204" pitchFamily="34" charset="0"/>
              <a:buChar char="•"/>
              <a:defRPr sz="1600">
                <a:solidFill>
                  <a:schemeClr val="bg1"/>
                </a:solidFill>
              </a:defRPr>
            </a:lvl3pPr>
            <a:lvl4pPr marL="304792" indent="-304792" algn="l">
              <a:spcBef>
                <a:spcPts val="800"/>
              </a:spcBef>
              <a:buClrTx/>
              <a:buSzPct val="125000"/>
              <a:buFont typeface="Arial" panose="020B0604020202020204" pitchFamily="34" charset="0"/>
              <a:buChar char="•"/>
              <a:defRPr sz="1600">
                <a:solidFill>
                  <a:schemeClr val="bg1"/>
                </a:solidFill>
              </a:defRPr>
            </a:lvl4pPr>
            <a:lvl5pPr marL="304792" indent="-304792" algn="l">
              <a:spcBef>
                <a:spcPts val="800"/>
              </a:spcBef>
              <a:buClrTx/>
              <a:buSzPct val="125000"/>
              <a:buFont typeface="Arial" panose="020B0604020202020204" pitchFamily="34" charset="0"/>
              <a:buChar char="•"/>
              <a:defRPr sz="1600">
                <a:solidFill>
                  <a:schemeClr val="bg1"/>
                </a:solidFill>
              </a:defRPr>
            </a:lvl5pPr>
            <a:lvl6pPr marL="304792" indent="-304792" algn="l">
              <a:spcBef>
                <a:spcPts val="800"/>
              </a:spcBef>
              <a:buClrTx/>
              <a:buSzPct val="125000"/>
              <a:buFont typeface="Arial" panose="020B0604020202020204" pitchFamily="34" charset="0"/>
              <a:buChar char="•"/>
              <a:defRPr sz="1600">
                <a:solidFill>
                  <a:schemeClr val="bg1"/>
                </a:solidFill>
              </a:defRPr>
            </a:lvl6pPr>
            <a:lvl7pPr marL="304792" indent="-304792" algn="l">
              <a:spcBef>
                <a:spcPts val="800"/>
              </a:spcBef>
              <a:buClrTx/>
              <a:buSzPct val="125000"/>
              <a:buFont typeface="Arial" panose="020B0604020202020204" pitchFamily="34" charset="0"/>
              <a:buChar char="•"/>
              <a:defRPr sz="1600">
                <a:solidFill>
                  <a:schemeClr val="bg1"/>
                </a:solidFill>
              </a:defRPr>
            </a:lvl7pPr>
            <a:lvl8pPr marL="304792" indent="-304792" algn="l">
              <a:spcBef>
                <a:spcPts val="800"/>
              </a:spcBef>
              <a:buClrTx/>
              <a:buSzPct val="125000"/>
              <a:buFont typeface="Arial" panose="020B0604020202020204" pitchFamily="34" charset="0"/>
              <a:buChar char="•"/>
              <a:defRPr sz="1600">
                <a:solidFill>
                  <a:schemeClr val="bg1"/>
                </a:solidFill>
              </a:defRPr>
            </a:lvl8pPr>
            <a:lvl9pPr marL="304792" indent="-304792" algn="l">
              <a:spcBef>
                <a:spcPts val="800"/>
              </a:spcBef>
              <a:buClrTx/>
              <a:buSzPct val="125000"/>
              <a:buFont typeface="Arial" panose="020B0604020202020204" pitchFamily="34" charset="0"/>
              <a:buChar char="•"/>
              <a:defRPr sz="1600">
                <a:solidFill>
                  <a:schemeClr val="bg1"/>
                </a:solidFill>
              </a:defRPr>
            </a:lvl9pPr>
          </a:lstStyle>
          <a:p>
            <a:pPr lvl="0"/>
            <a:r>
              <a:rPr lang="en-US" dirty="0"/>
              <a:t>Speaker’s Full Name</a:t>
            </a:r>
          </a:p>
          <a:p>
            <a:pPr lvl="1"/>
            <a:r>
              <a:rPr lang="en-US" dirty="0"/>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6705600"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smtClean="0"/>
              <a:t>© 2020 Cognizant</a:t>
            </a:r>
            <a:endParaRPr lang="en-US" dirty="0"/>
          </a:p>
        </p:txBody>
      </p:sp>
      <p:cxnSp>
        <p:nvCxnSpPr>
          <p:cNvPr id="13" name="Straight Connector 12">
            <a:extLst>
              <a:ext uri="{FF2B5EF4-FFF2-40B4-BE49-F238E27FC236}">
                <a16:creationId xmlns:a16="http://schemas.microsoft.com/office/drawing/2014/main" id="{F769F7CB-0D67-49E0-9197-CA57AE8A17CA}"/>
              </a:ext>
            </a:extLst>
          </p:cNvPr>
          <p:cNvCxnSpPr>
            <a:cxnSpLocks/>
          </p:cNvCxnSpPr>
          <p:nvPr/>
        </p:nvCxnSpPr>
        <p:spPr bwMode="white">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FE4D59F9-56F9-4A49-9196-51BDC9B073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 y="673073"/>
            <a:ext cx="5731160" cy="649888"/>
          </a:xfrm>
          <a:prstGeom prst="rect">
            <a:avLst/>
          </a:prstGeom>
        </p:spPr>
      </p:pic>
    </p:spTree>
    <p:extLst>
      <p:ext uri="{BB962C8B-B14F-4D97-AF65-F5344CB8AC3E}">
        <p14:creationId xmlns:p14="http://schemas.microsoft.com/office/powerpoint/2010/main" val="146591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lue Cover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white">
          <a:xfrm>
            <a:off x="609600" y="2254916"/>
            <a:ext cx="6705600" cy="1403461"/>
          </a:xfrm>
        </p:spPr>
        <p:txBody>
          <a:bodyPr anchor="b">
            <a:spAutoFit/>
          </a:bodyPr>
          <a:lstStyle>
            <a:lvl1pPr algn="l">
              <a:defRPr sz="5067">
                <a:solidFill>
                  <a:schemeClr val="bg1"/>
                </a:solidFill>
              </a:defRPr>
            </a:lvl1pPr>
          </a:lstStyle>
          <a:p>
            <a:pPr lvl="0"/>
            <a:r>
              <a:rPr lang="en-US" dirty="0"/>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white">
          <a:xfrm>
            <a:off x="609600" y="4157473"/>
            <a:ext cx="6705600" cy="718145"/>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bg1"/>
                </a:solidFill>
              </a:defRPr>
            </a:lvl1pPr>
            <a:lvl2pPr marL="0" indent="0" algn="l">
              <a:buClrTx/>
              <a:buFont typeface="Arial" panose="020B0604020202020204" pitchFamily="34" charset="0"/>
              <a:buNone/>
              <a:tabLst/>
              <a:defRPr sz="1600">
                <a:solidFill>
                  <a:schemeClr val="bg1"/>
                </a:solidFill>
              </a:defRPr>
            </a:lvl2pPr>
            <a:lvl3pPr marL="304792" indent="-304792" algn="l">
              <a:spcBef>
                <a:spcPts val="800"/>
              </a:spcBef>
              <a:buClrTx/>
              <a:buSzPct val="125000"/>
              <a:buFont typeface="Arial" panose="020B0604020202020204" pitchFamily="34" charset="0"/>
              <a:buChar char="•"/>
              <a:defRPr sz="1600">
                <a:solidFill>
                  <a:schemeClr val="bg1"/>
                </a:solidFill>
              </a:defRPr>
            </a:lvl3pPr>
            <a:lvl4pPr marL="304792" indent="-304792" algn="l">
              <a:spcBef>
                <a:spcPts val="800"/>
              </a:spcBef>
              <a:buClrTx/>
              <a:buSzPct val="125000"/>
              <a:buFont typeface="Arial" panose="020B0604020202020204" pitchFamily="34" charset="0"/>
              <a:buChar char="•"/>
              <a:defRPr sz="1600">
                <a:solidFill>
                  <a:schemeClr val="bg1"/>
                </a:solidFill>
              </a:defRPr>
            </a:lvl4pPr>
            <a:lvl5pPr marL="304792" indent="-304792" algn="l">
              <a:spcBef>
                <a:spcPts val="800"/>
              </a:spcBef>
              <a:buClrTx/>
              <a:buSzPct val="125000"/>
              <a:buFont typeface="Arial" panose="020B0604020202020204" pitchFamily="34" charset="0"/>
              <a:buChar char="•"/>
              <a:defRPr sz="1600">
                <a:solidFill>
                  <a:schemeClr val="bg1"/>
                </a:solidFill>
              </a:defRPr>
            </a:lvl5pPr>
            <a:lvl6pPr marL="304792" indent="-304792" algn="l">
              <a:spcBef>
                <a:spcPts val="800"/>
              </a:spcBef>
              <a:buClrTx/>
              <a:buSzPct val="125000"/>
              <a:buFont typeface="Arial" panose="020B0604020202020204" pitchFamily="34" charset="0"/>
              <a:buChar char="•"/>
              <a:defRPr sz="1600">
                <a:solidFill>
                  <a:schemeClr val="bg1"/>
                </a:solidFill>
              </a:defRPr>
            </a:lvl6pPr>
            <a:lvl7pPr marL="304792" indent="-304792" algn="l">
              <a:spcBef>
                <a:spcPts val="800"/>
              </a:spcBef>
              <a:buClrTx/>
              <a:buSzPct val="125000"/>
              <a:buFont typeface="Arial" panose="020B0604020202020204" pitchFamily="34" charset="0"/>
              <a:buChar char="•"/>
              <a:defRPr sz="1600">
                <a:solidFill>
                  <a:schemeClr val="bg1"/>
                </a:solidFill>
              </a:defRPr>
            </a:lvl7pPr>
            <a:lvl8pPr marL="304792" indent="-304792" algn="l">
              <a:spcBef>
                <a:spcPts val="800"/>
              </a:spcBef>
              <a:buClrTx/>
              <a:buSzPct val="125000"/>
              <a:buFont typeface="Arial" panose="020B0604020202020204" pitchFamily="34" charset="0"/>
              <a:buChar char="•"/>
              <a:defRPr sz="1600">
                <a:solidFill>
                  <a:schemeClr val="bg1"/>
                </a:solidFill>
              </a:defRPr>
            </a:lvl8pPr>
            <a:lvl9pPr marL="304792" indent="-304792" algn="l">
              <a:spcBef>
                <a:spcPts val="800"/>
              </a:spcBef>
              <a:buClrTx/>
              <a:buSzPct val="125000"/>
              <a:buFont typeface="Arial" panose="020B0604020202020204" pitchFamily="34" charset="0"/>
              <a:buChar char="•"/>
              <a:defRPr sz="1600">
                <a:solidFill>
                  <a:schemeClr val="bg1"/>
                </a:solidFill>
              </a:defRPr>
            </a:lvl9pPr>
          </a:lstStyle>
          <a:p>
            <a:pPr lvl="0"/>
            <a:r>
              <a:rPr lang="en-US" dirty="0"/>
              <a:t>Speaker’s Full Name</a:t>
            </a:r>
          </a:p>
          <a:p>
            <a:pPr lvl="1"/>
            <a:r>
              <a:rPr lang="en-US" dirty="0"/>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6705600"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smtClean="0"/>
              <a:t>© 2020 Cognizant</a:t>
            </a:r>
            <a:endParaRPr lang="en-US" dirty="0"/>
          </a:p>
        </p:txBody>
      </p:sp>
      <p:cxnSp>
        <p:nvCxnSpPr>
          <p:cNvPr id="13" name="Straight Connector 12">
            <a:extLst>
              <a:ext uri="{FF2B5EF4-FFF2-40B4-BE49-F238E27FC236}">
                <a16:creationId xmlns:a16="http://schemas.microsoft.com/office/drawing/2014/main" id="{F769F7CB-0D67-49E0-9197-CA57AE8A17CA}"/>
              </a:ext>
            </a:extLst>
          </p:cNvPr>
          <p:cNvCxnSpPr>
            <a:cxnSpLocks/>
          </p:cNvCxnSpPr>
          <p:nvPr/>
        </p:nvCxnSpPr>
        <p:spPr bwMode="white">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FE4D59F9-56F9-4A49-9196-51BDC9B0737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600" y="673073"/>
            <a:ext cx="5731160" cy="649888"/>
          </a:xfrm>
          <a:prstGeom prst="rect">
            <a:avLst/>
          </a:prstGeom>
        </p:spPr>
      </p:pic>
    </p:spTree>
    <p:extLst>
      <p:ext uri="{BB962C8B-B14F-4D97-AF65-F5344CB8AC3E}">
        <p14:creationId xmlns:p14="http://schemas.microsoft.com/office/powerpoint/2010/main" val="889682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icture &amp; Numbered Tex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8" name="Content Placeholder 2">
            <a:extLst>
              <a:ext uri="{FF2B5EF4-FFF2-40B4-BE49-F238E27FC236}">
                <a16:creationId xmlns:a16="http://schemas.microsoft.com/office/drawing/2014/main" id="{B2BD88AD-BF9F-4A95-ACE0-0665F32F8DFE}"/>
              </a:ext>
            </a:extLst>
          </p:cNvPr>
          <p:cNvSpPr>
            <a:spLocks noGrp="1"/>
          </p:cNvSpPr>
          <p:nvPr>
            <p:ph idx="1" hasCustomPrompt="1"/>
          </p:nvPr>
        </p:nvSpPr>
        <p:spPr>
          <a:xfrm>
            <a:off x="4828032" y="1682496"/>
            <a:ext cx="6855968" cy="4425696"/>
          </a:xfrm>
          <a:prstGeom prst="rect">
            <a:avLst/>
          </a:prstGeom>
        </p:spPr>
        <p:txBody>
          <a:bodyPr vert="horz" lIns="0" tIns="0" rIns="0" bIns="0" rtlCol="0">
            <a:normAutofit/>
          </a:bodyPr>
          <a:lstStyle>
            <a:lvl1pPr marL="377943" indent="-377943">
              <a:buFont typeface="+mj-lt"/>
              <a:buAutoNum type="arabicPeriod"/>
              <a:defRPr>
                <a:solidFill>
                  <a:schemeClr val="bg1"/>
                </a:solidFill>
              </a:defRPr>
            </a:lvl1pPr>
            <a:lvl2pPr marL="0" indent="0">
              <a:buNone/>
              <a:defRPr lang="en-US" sz="1867" baseline="0" noProof="0" dirty="0">
                <a:solidFill>
                  <a:schemeClr val="bg1"/>
                </a:solidFill>
              </a:defRPr>
            </a:lvl2pPr>
            <a:lvl3pPr marL="0" indent="0">
              <a:spcBef>
                <a:spcPts val="800"/>
              </a:spcBef>
              <a:buNone/>
              <a:defRPr sz="1867">
                <a:solidFill>
                  <a:schemeClr val="bg1"/>
                </a:solidFill>
              </a:defRPr>
            </a:lvl3pPr>
            <a:lvl4pPr marL="0" indent="0">
              <a:spcBef>
                <a:spcPts val="800"/>
              </a:spcBef>
              <a:buNone/>
              <a:defRPr sz="1867">
                <a:solidFill>
                  <a:schemeClr val="bg1"/>
                </a:solidFill>
              </a:defRPr>
            </a:lvl4pPr>
            <a:lvl5pPr marL="0" indent="0">
              <a:spcBef>
                <a:spcPts val="800"/>
              </a:spcBef>
              <a:buNone/>
              <a:defRPr sz="1867">
                <a:solidFill>
                  <a:schemeClr val="bg1"/>
                </a:solidFill>
              </a:defRPr>
            </a:lvl5pPr>
            <a:lvl6pPr marL="0" indent="0">
              <a:lnSpc>
                <a:spcPct val="100000"/>
              </a:lnSpc>
              <a:spcBef>
                <a:spcPts val="800"/>
              </a:spcBef>
              <a:buNone/>
              <a:defRPr sz="1867">
                <a:solidFill>
                  <a:schemeClr val="bg1"/>
                </a:solidFill>
              </a:defRPr>
            </a:lvl6pPr>
            <a:lvl7pPr marL="0" indent="0">
              <a:spcBef>
                <a:spcPts val="800"/>
              </a:spcBef>
              <a:buNone/>
              <a:defRPr sz="1867">
                <a:solidFill>
                  <a:schemeClr val="bg1"/>
                </a:solidFill>
              </a:defRPr>
            </a:lvl7pPr>
            <a:lvl8pPr marL="0" indent="0">
              <a:lnSpc>
                <a:spcPct val="100000"/>
              </a:lnSpc>
              <a:spcBef>
                <a:spcPts val="800"/>
              </a:spcBef>
              <a:buNone/>
              <a:defRPr sz="1867">
                <a:solidFill>
                  <a:schemeClr val="bg1"/>
                </a:solidFill>
              </a:defRPr>
            </a:lvl8pPr>
            <a:lvl9pPr marL="0" indent="0">
              <a:lnSpc>
                <a:spcPct val="100000"/>
              </a:lnSpc>
              <a:spcBef>
                <a:spcPts val="800"/>
              </a:spcBef>
              <a:buNone/>
              <a:defRPr sz="1867">
                <a:solidFill>
                  <a:schemeClr val="bg1"/>
                </a:solidFill>
              </a:defRPr>
            </a:lvl9pPr>
          </a:lstStyle>
          <a:p>
            <a:pPr lvl="0"/>
            <a:r>
              <a:rPr lang="en-US" dirty="0"/>
              <a:t>Numbered text</a:t>
            </a:r>
          </a:p>
          <a:p>
            <a:pPr lvl="1"/>
            <a:r>
              <a:rPr lang="en-US" dirty="0"/>
              <a:t>Supporting text</a:t>
            </a:r>
          </a:p>
          <a:p>
            <a:pPr lvl="1"/>
            <a:endParaRPr lang="en-US" dirty="0"/>
          </a:p>
          <a:p>
            <a:pPr lvl="0"/>
            <a:r>
              <a:rPr lang="en-US" dirty="0"/>
              <a:t>Numbered text</a:t>
            </a:r>
          </a:p>
          <a:p>
            <a:pPr lvl="1"/>
            <a:r>
              <a:rPr lang="en-US" dirty="0"/>
              <a:t>Supporting text</a:t>
            </a:r>
          </a:p>
          <a:p>
            <a:pPr lvl="1"/>
            <a:endParaRPr lang="en-US" dirty="0"/>
          </a:p>
          <a:p>
            <a:pPr lvl="0"/>
            <a:r>
              <a:rPr lang="en-US" dirty="0"/>
              <a:t>Numbered text</a:t>
            </a:r>
          </a:p>
          <a:p>
            <a:pPr lvl="1"/>
            <a:r>
              <a:rPr lang="en-US" dirty="0"/>
              <a:t>Supporting text</a:t>
            </a:r>
          </a:p>
          <a:p>
            <a:pPr lvl="1"/>
            <a:endParaRPr lang="en-US" dirty="0"/>
          </a:p>
          <a:p>
            <a:pPr lvl="0"/>
            <a:r>
              <a:rPr lang="en-US" dirty="0"/>
              <a:t>Numbered text</a:t>
            </a:r>
          </a:p>
          <a:p>
            <a:pPr lvl="1"/>
            <a:r>
              <a:rPr lang="en-US" dirty="0"/>
              <a:t>Supporting text</a:t>
            </a:r>
          </a:p>
          <a:p>
            <a:pPr lvl="1"/>
            <a:endParaRPr lang="en-US" dirty="0"/>
          </a:p>
          <a:p>
            <a:pPr marL="609585" lvl="1" indent="-609585">
              <a:buNone/>
            </a:pPr>
            <a:endParaRPr kumimoji="0" lang="en-US" sz="3733" b="0" i="0" u="none" strike="noStrike" kern="1200" cap="none" spc="0" normalizeH="0" baseline="0" noProof="0" dirty="0">
              <a:ln>
                <a:noFill/>
              </a:ln>
              <a:solidFill>
                <a:srgbClr val="0033B4"/>
              </a:solidFill>
              <a:effectLst/>
              <a:uLnTx/>
              <a:uFillTx/>
              <a:latin typeface="+mn-lt"/>
              <a:ea typeface="+mn-ea"/>
              <a:cs typeface="+mn-cs"/>
            </a:endParaRPr>
          </a:p>
        </p:txBody>
      </p:sp>
      <p:sp>
        <p:nvSpPr>
          <p:cNvPr id="9" name="Picture Placeholder 6">
            <a:extLst>
              <a:ext uri="{FF2B5EF4-FFF2-40B4-BE49-F238E27FC236}">
                <a16:creationId xmlns:a16="http://schemas.microsoft.com/office/drawing/2014/main" id="{A7A5CEAD-8DF7-4847-A3C5-A3EBD2E6DC60}"/>
              </a:ext>
            </a:extLst>
          </p:cNvPr>
          <p:cNvSpPr>
            <a:spLocks noGrp="1"/>
          </p:cNvSpPr>
          <p:nvPr>
            <p:ph type="pic" sz="quarter" idx="16" hasCustomPrompt="1"/>
          </p:nvPr>
        </p:nvSpPr>
        <p:spPr>
          <a:xfrm>
            <a:off x="508000" y="1682495"/>
            <a:ext cx="3676651" cy="4425696"/>
          </a:xfrm>
          <a:noFill/>
        </p:spPr>
        <p:txBody>
          <a:bodyPr/>
          <a:lstStyle>
            <a:lvl1pPr marL="0" marR="0" indent="0" algn="l" defTabSz="609585" rtl="0" eaLnBrk="1" fontAlgn="auto" latinLnBrk="0" hangingPunct="1">
              <a:lnSpc>
                <a:spcPct val="90000"/>
              </a:lnSpc>
              <a:spcBef>
                <a:spcPts val="800"/>
              </a:spcBef>
              <a:spcAft>
                <a:spcPts val="0"/>
              </a:spcAft>
              <a:buClrTx/>
              <a:buSzTx/>
              <a:buFont typeface="Arial"/>
              <a:buNone/>
              <a:tabLst/>
              <a:defRPr>
                <a:solidFill>
                  <a:schemeClr val="bg1"/>
                </a:solidFill>
              </a:defRPr>
            </a:lvl1pPr>
          </a:lstStyle>
          <a:p>
            <a:pPr marL="0" marR="0" lvl="0" indent="0" algn="l" defTabSz="609585" rtl="0" eaLnBrk="1" fontAlgn="auto" latinLnBrk="0" hangingPunct="1">
              <a:lnSpc>
                <a:spcPct val="90000"/>
              </a:lnSpc>
              <a:spcBef>
                <a:spcPts val="800"/>
              </a:spcBef>
              <a:spcAft>
                <a:spcPts val="0"/>
              </a:spcAft>
              <a:buClrTx/>
              <a:buSzTx/>
              <a:buFont typeface="Arial"/>
              <a:buNone/>
              <a:tabLst/>
              <a:defRPr/>
            </a:pPr>
            <a:r>
              <a:rPr lang="en-US" dirty="0"/>
              <a:t>Drag picture to placeholder or click icon to add</a:t>
            </a:r>
          </a:p>
          <a:p>
            <a:endParaRPr lang="en-US" dirty="0"/>
          </a:p>
        </p:txBody>
      </p:sp>
      <p:sp>
        <p:nvSpPr>
          <p:cNvPr id="3" name="Date Placeholder 2">
            <a:extLst>
              <a:ext uri="{FF2B5EF4-FFF2-40B4-BE49-F238E27FC236}">
                <a16:creationId xmlns:a16="http://schemas.microsoft.com/office/drawing/2014/main" id="{F6CB4A54-5341-4A6F-9733-3D09E3B0E7F5}"/>
              </a:ext>
            </a:extLst>
          </p:cNvPr>
          <p:cNvSpPr>
            <a:spLocks noGrp="1"/>
          </p:cNvSpPr>
          <p:nvPr>
            <p:ph type="dt" sz="half" idx="17"/>
          </p:nvPr>
        </p:nvSpPr>
        <p:spPr/>
        <p:txBody>
          <a:bodyPr/>
          <a:lstStyle>
            <a:lvl1pPr>
              <a:defRPr>
                <a:solidFill>
                  <a:schemeClr val="bg1"/>
                </a:solidFill>
              </a:defRPr>
            </a:lvl1pPr>
          </a:lstStyle>
          <a:p>
            <a:fld id="{005DE656-2346-4DA1-BEEC-B75E9CC90E7F}" type="datetime1">
              <a:rPr lang="en-US" smtClean="0"/>
              <a:t>7/14/2020</a:t>
            </a:fld>
            <a:endParaRPr lang="en-US"/>
          </a:p>
        </p:txBody>
      </p:sp>
      <p:sp>
        <p:nvSpPr>
          <p:cNvPr id="7" name="Footer Placeholder 6">
            <a:extLst>
              <a:ext uri="{FF2B5EF4-FFF2-40B4-BE49-F238E27FC236}">
                <a16:creationId xmlns:a16="http://schemas.microsoft.com/office/drawing/2014/main" id="{A9F96F16-06EB-41EA-A547-8A5407FBCF45}"/>
              </a:ext>
            </a:extLst>
          </p:cNvPr>
          <p:cNvSpPr>
            <a:spLocks noGrp="1"/>
          </p:cNvSpPr>
          <p:nvPr>
            <p:ph type="ftr" sz="quarter" idx="18"/>
          </p:nvPr>
        </p:nvSpPr>
        <p:spPr/>
        <p:txBody>
          <a:bodyPr/>
          <a:lstStyle>
            <a:lvl1pPr>
              <a:defRPr>
                <a:solidFill>
                  <a:schemeClr val="bg1"/>
                </a:solidFill>
              </a:defRPr>
            </a:lvl1pPr>
          </a:lstStyle>
          <a:p>
            <a:r>
              <a:rPr lang="en-US" smtClean="0"/>
              <a:t>© 2020 Cognizant</a:t>
            </a:r>
            <a:endParaRPr lang="en-US" dirty="0"/>
          </a:p>
        </p:txBody>
      </p:sp>
      <p:sp>
        <p:nvSpPr>
          <p:cNvPr id="10" name="Slide Number Placeholder 9">
            <a:extLst>
              <a:ext uri="{FF2B5EF4-FFF2-40B4-BE49-F238E27FC236}">
                <a16:creationId xmlns:a16="http://schemas.microsoft.com/office/drawing/2014/main" id="{6CDF8484-6FCC-46A8-B1A4-B877ED71BD26}"/>
              </a:ext>
            </a:extLst>
          </p:cNvPr>
          <p:cNvSpPr>
            <a:spLocks noGrp="1"/>
          </p:cNvSpPr>
          <p:nvPr>
            <p:ph type="sldNum" sz="quarter" idx="19"/>
          </p:nvPr>
        </p:nvSpPr>
        <p:spPr/>
        <p:txBody>
          <a:bodyPr/>
          <a:lstStyle>
            <a:lvl1pPr>
              <a:defRPr>
                <a:solidFill>
                  <a:schemeClr val="bg1"/>
                </a:solidFill>
              </a:defRPr>
            </a:lvl1pPr>
          </a:lstStyle>
          <a:p>
            <a:fld id="{276352D4-1032-49E4-AB68-F7C321A9C807}" type="slidenum">
              <a:rPr lang="en-US" smtClean="0"/>
              <a:t>‹#›</a:t>
            </a:fld>
            <a:endParaRPr lang="en-US"/>
          </a:p>
        </p:txBody>
      </p:sp>
      <p:cxnSp>
        <p:nvCxnSpPr>
          <p:cNvPr id="13" name="Straight Connector 12">
            <a:extLst>
              <a:ext uri="{FF2B5EF4-FFF2-40B4-BE49-F238E27FC236}">
                <a16:creationId xmlns:a16="http://schemas.microsoft.com/office/drawing/2014/main" id="{6F8FABAD-01EF-483E-B2EF-403B57169C4D}"/>
              </a:ext>
            </a:extLst>
          </p:cNvPr>
          <p:cNvCxnSpPr>
            <a:cxnSpLocks/>
          </p:cNvCxnSpPr>
          <p:nvPr/>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D42CD7C5-2D34-4C27-8DA0-D81A9530F1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Tree>
    <p:extLst>
      <p:ext uri="{BB962C8B-B14F-4D97-AF65-F5344CB8AC3E}">
        <p14:creationId xmlns:p14="http://schemas.microsoft.com/office/powerpoint/2010/main" val="134073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genda &amp; Numbered Tex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8" name="Content Placeholder 2">
            <a:extLst>
              <a:ext uri="{FF2B5EF4-FFF2-40B4-BE49-F238E27FC236}">
                <a16:creationId xmlns:a16="http://schemas.microsoft.com/office/drawing/2014/main" id="{0E686D16-B817-4FD7-91EF-E75DCEECBDBE}"/>
              </a:ext>
            </a:extLst>
          </p:cNvPr>
          <p:cNvSpPr>
            <a:spLocks noGrp="1"/>
          </p:cNvSpPr>
          <p:nvPr>
            <p:ph idx="1" hasCustomPrompt="1"/>
          </p:nvPr>
        </p:nvSpPr>
        <p:spPr>
          <a:xfrm>
            <a:off x="503936" y="1682496"/>
            <a:ext cx="11180064" cy="4425696"/>
          </a:xfrm>
          <a:prstGeom prst="rect">
            <a:avLst/>
          </a:prstGeom>
        </p:spPr>
        <p:txBody>
          <a:bodyPr vert="horz" lIns="0" tIns="0" rIns="0" bIns="0" rtlCol="0">
            <a:normAutofit/>
          </a:bodyPr>
          <a:lstStyle>
            <a:lvl1pPr marL="377943" indent="-377943">
              <a:buFont typeface="+mj-lt"/>
              <a:buAutoNum type="arabicPeriod"/>
              <a:defRPr>
                <a:solidFill>
                  <a:schemeClr val="bg1"/>
                </a:solidFill>
              </a:defRPr>
            </a:lvl1pPr>
            <a:lvl2pPr marL="0" indent="0">
              <a:buNone/>
              <a:defRPr lang="en-US" sz="1867" baseline="0" noProof="0" dirty="0">
                <a:solidFill>
                  <a:schemeClr val="bg1"/>
                </a:solidFill>
              </a:defRPr>
            </a:lvl2pPr>
            <a:lvl3pPr marL="0" indent="0">
              <a:spcBef>
                <a:spcPts val="800"/>
              </a:spcBef>
              <a:buNone/>
              <a:defRPr sz="1867">
                <a:solidFill>
                  <a:schemeClr val="bg1"/>
                </a:solidFill>
              </a:defRPr>
            </a:lvl3pPr>
            <a:lvl4pPr marL="0" indent="0">
              <a:spcBef>
                <a:spcPts val="800"/>
              </a:spcBef>
              <a:buNone/>
              <a:defRPr sz="1867">
                <a:solidFill>
                  <a:schemeClr val="bg1"/>
                </a:solidFill>
              </a:defRPr>
            </a:lvl4pPr>
            <a:lvl5pPr marL="0" indent="0">
              <a:spcBef>
                <a:spcPts val="800"/>
              </a:spcBef>
              <a:buNone/>
              <a:defRPr sz="1867">
                <a:solidFill>
                  <a:schemeClr val="bg1"/>
                </a:solidFill>
              </a:defRPr>
            </a:lvl5pPr>
            <a:lvl6pPr marL="0" indent="0">
              <a:lnSpc>
                <a:spcPct val="100000"/>
              </a:lnSpc>
              <a:spcBef>
                <a:spcPts val="800"/>
              </a:spcBef>
              <a:buNone/>
              <a:defRPr sz="1867">
                <a:solidFill>
                  <a:schemeClr val="bg1"/>
                </a:solidFill>
              </a:defRPr>
            </a:lvl6pPr>
            <a:lvl7pPr marL="0" indent="0">
              <a:spcBef>
                <a:spcPts val="800"/>
              </a:spcBef>
              <a:buNone/>
              <a:defRPr sz="1867">
                <a:solidFill>
                  <a:schemeClr val="bg1"/>
                </a:solidFill>
              </a:defRPr>
            </a:lvl7pPr>
            <a:lvl8pPr marL="0" indent="0">
              <a:lnSpc>
                <a:spcPct val="100000"/>
              </a:lnSpc>
              <a:spcBef>
                <a:spcPts val="800"/>
              </a:spcBef>
              <a:buNone/>
              <a:defRPr sz="1867">
                <a:solidFill>
                  <a:schemeClr val="bg1"/>
                </a:solidFill>
              </a:defRPr>
            </a:lvl8pPr>
            <a:lvl9pPr marL="0" indent="0">
              <a:lnSpc>
                <a:spcPct val="100000"/>
              </a:lnSpc>
              <a:spcBef>
                <a:spcPts val="800"/>
              </a:spcBef>
              <a:buNone/>
              <a:defRPr sz="1867">
                <a:solidFill>
                  <a:schemeClr val="bg1"/>
                </a:solidFill>
              </a:defRPr>
            </a:lvl9pPr>
          </a:lstStyle>
          <a:p>
            <a:pPr lvl="0"/>
            <a:r>
              <a:rPr lang="en-US" dirty="0"/>
              <a:t>Numbered text</a:t>
            </a:r>
          </a:p>
          <a:p>
            <a:pPr lvl="1"/>
            <a:r>
              <a:rPr lang="en-US" dirty="0"/>
              <a:t>Supporting text</a:t>
            </a:r>
          </a:p>
          <a:p>
            <a:pPr lvl="1"/>
            <a:endParaRPr lang="en-US" dirty="0"/>
          </a:p>
          <a:p>
            <a:pPr lvl="0"/>
            <a:r>
              <a:rPr lang="en-US" dirty="0"/>
              <a:t>Numbered text</a:t>
            </a:r>
          </a:p>
          <a:p>
            <a:pPr lvl="1"/>
            <a:r>
              <a:rPr lang="en-US" dirty="0"/>
              <a:t>Supporting text</a:t>
            </a:r>
          </a:p>
          <a:p>
            <a:pPr lvl="1"/>
            <a:endParaRPr lang="en-US" dirty="0"/>
          </a:p>
          <a:p>
            <a:pPr lvl="0"/>
            <a:r>
              <a:rPr lang="en-US" dirty="0"/>
              <a:t>Numbered text</a:t>
            </a:r>
          </a:p>
          <a:p>
            <a:pPr lvl="1"/>
            <a:r>
              <a:rPr lang="en-US" dirty="0"/>
              <a:t>Supporting text</a:t>
            </a:r>
          </a:p>
          <a:p>
            <a:pPr lvl="1"/>
            <a:endParaRPr lang="en-US" dirty="0"/>
          </a:p>
          <a:p>
            <a:pPr lvl="0"/>
            <a:r>
              <a:rPr lang="en-US" dirty="0"/>
              <a:t>Numbered text</a:t>
            </a:r>
          </a:p>
          <a:p>
            <a:pPr lvl="1"/>
            <a:r>
              <a:rPr lang="en-US" dirty="0"/>
              <a:t>Supporting text</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E7438AB-69F3-4117-BCE7-496B6337118A}" type="datetime1">
              <a:rPr lang="en-US" smtClean="0"/>
              <a:t>7/14/2020</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smtClean="0"/>
              <a:t>© 2020 Cognizant</a:t>
            </a:r>
            <a:endParaRPr lang="en-US" dirty="0"/>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76352D4-1032-49E4-AB68-F7C321A9C807}" type="slidenum">
              <a:rPr lang="en-US" smtClean="0"/>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D42CD7C5-2D34-4C27-8DA0-D81A9530F1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Tree>
    <p:extLst>
      <p:ext uri="{BB962C8B-B14F-4D97-AF65-F5344CB8AC3E}">
        <p14:creationId xmlns:p14="http://schemas.microsoft.com/office/powerpoint/2010/main" val="1037571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Header &amp; 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a:xfrm>
            <a:off x="512064" y="324817"/>
            <a:ext cx="11180064" cy="1060704"/>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5">
            <a:extLst>
              <a:ext uri="{FF2B5EF4-FFF2-40B4-BE49-F238E27FC236}">
                <a16:creationId xmlns:a16="http://schemas.microsoft.com/office/drawing/2014/main" id="{91D511AA-6A21-4D17-A7EA-84E88C35C4DA}"/>
              </a:ext>
            </a:extLst>
          </p:cNvPr>
          <p:cNvSpPr>
            <a:spLocks noGrp="1"/>
          </p:cNvSpPr>
          <p:nvPr>
            <p:ph type="dt" sz="half" idx="10"/>
          </p:nvPr>
        </p:nvSpPr>
        <p:spPr/>
        <p:txBody>
          <a:bodyPr/>
          <a:lstStyle/>
          <a:p>
            <a:fld id="{4D053F30-6128-4F56-864B-8E32A3136B8D}" type="datetime1">
              <a:rPr lang="en-US" smtClean="0"/>
              <a:t>7/14/2020</a:t>
            </a:fld>
            <a:endParaRPr lang="en-US"/>
          </a:p>
        </p:txBody>
      </p:sp>
      <p:sp>
        <p:nvSpPr>
          <p:cNvPr id="7" name="Footer Placeholder 6">
            <a:extLst>
              <a:ext uri="{FF2B5EF4-FFF2-40B4-BE49-F238E27FC236}">
                <a16:creationId xmlns:a16="http://schemas.microsoft.com/office/drawing/2014/main" id="{3B1582F7-096C-4E61-A430-37DE800FD8E9}"/>
              </a:ext>
            </a:extLst>
          </p:cNvPr>
          <p:cNvSpPr>
            <a:spLocks noGrp="1"/>
          </p:cNvSpPr>
          <p:nvPr>
            <p:ph type="ftr" sz="quarter" idx="11"/>
          </p:nvPr>
        </p:nvSpPr>
        <p:spPr/>
        <p:txBody>
          <a:bodyPr/>
          <a:lstStyle/>
          <a:p>
            <a:r>
              <a:rPr lang="en-US" smtClean="0"/>
              <a:t>© 2020 Cognizant</a:t>
            </a:r>
            <a:endParaRPr lang="en-US" dirty="0"/>
          </a:p>
        </p:txBody>
      </p:sp>
      <p:sp>
        <p:nvSpPr>
          <p:cNvPr id="10" name="Slide Number Placeholder 9">
            <a:extLst>
              <a:ext uri="{FF2B5EF4-FFF2-40B4-BE49-F238E27FC236}">
                <a16:creationId xmlns:a16="http://schemas.microsoft.com/office/drawing/2014/main" id="{6DECEAA4-0F33-4B6D-A269-0A7754EC7763}"/>
              </a:ext>
            </a:extLst>
          </p:cNvPr>
          <p:cNvSpPr>
            <a:spLocks noGrp="1"/>
          </p:cNvSpPr>
          <p:nvPr>
            <p:ph type="sldNum" sz="quarter" idx="12"/>
          </p:nvPr>
        </p:nvSpPr>
        <p:spPr/>
        <p:txBody>
          <a:bodyPr/>
          <a:lstStyle/>
          <a:p>
            <a:fld id="{276352D4-1032-49E4-AB68-F7C321A9C807}" type="slidenum">
              <a:rPr lang="en-US" smtClean="0"/>
              <a:t>‹#›</a:t>
            </a:fld>
            <a:endParaRPr lang="en-US"/>
          </a:p>
        </p:txBody>
      </p:sp>
      <p:cxnSp>
        <p:nvCxnSpPr>
          <p:cNvPr id="12" name="Straight Connector 11">
            <a:extLst>
              <a:ext uri="{FF2B5EF4-FFF2-40B4-BE49-F238E27FC236}">
                <a16:creationId xmlns:a16="http://schemas.microsoft.com/office/drawing/2014/main" id="{52B07E44-2946-4C76-AAE8-51C4712E237F}"/>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Tree>
    <p:extLst>
      <p:ext uri="{BB962C8B-B14F-4D97-AF65-F5344CB8AC3E}">
        <p14:creationId xmlns:p14="http://schemas.microsoft.com/office/powerpoint/2010/main" val="27220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er &amp; 2-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5486400"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6205727" y="1682496"/>
            <a:ext cx="5486400"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3D1A41C7-0BA2-435B-A8CC-4AA343893F35}"/>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8" name="Title 7"/>
          <p:cNvSpPr>
            <a:spLocks noGrp="1"/>
          </p:cNvSpPr>
          <p:nvPr>
            <p:ph type="title"/>
          </p:nvPr>
        </p:nvSpPr>
        <p:spPr/>
        <p:txBody>
          <a:bodyPr/>
          <a:lstStyle/>
          <a:p>
            <a:r>
              <a:rPr lang="en-US"/>
              <a:t>Click to edit Master title style</a:t>
            </a:r>
          </a:p>
        </p:txBody>
      </p:sp>
      <p:sp>
        <p:nvSpPr>
          <p:cNvPr id="15" name="Date Placeholder 14"/>
          <p:cNvSpPr>
            <a:spLocks noGrp="1"/>
          </p:cNvSpPr>
          <p:nvPr>
            <p:ph type="dt" sz="half" idx="10"/>
          </p:nvPr>
        </p:nvSpPr>
        <p:spPr/>
        <p:txBody>
          <a:bodyPr/>
          <a:lstStyle/>
          <a:p>
            <a:fld id="{F8EC81FF-D0D3-4C6F-8F24-8EED46A2A633}" type="datetime1">
              <a:rPr lang="en-US" smtClean="0"/>
              <a:t>7/14/2020</a:t>
            </a:fld>
            <a:endParaRPr lang="en-US"/>
          </a:p>
        </p:txBody>
      </p:sp>
      <p:sp>
        <p:nvSpPr>
          <p:cNvPr id="17" name="Slide Number Placeholder 16"/>
          <p:cNvSpPr>
            <a:spLocks noGrp="1"/>
          </p:cNvSpPr>
          <p:nvPr>
            <p:ph type="sldNum" sz="quarter" idx="12"/>
          </p:nvPr>
        </p:nvSpPr>
        <p:spPr/>
        <p:txBody>
          <a:bodyPr/>
          <a:lstStyle/>
          <a:p>
            <a:fld id="{276352D4-1032-49E4-AB68-F7C321A9C807}" type="slidenum">
              <a:rPr lang="en-US" smtClean="0"/>
              <a:t>‹#›</a:t>
            </a:fld>
            <a:endParaRPr lang="en-US"/>
          </a:p>
        </p:txBody>
      </p:sp>
      <p:sp>
        <p:nvSpPr>
          <p:cNvPr id="12" name="Footer Placeholder 6">
            <a:extLst>
              <a:ext uri="{FF2B5EF4-FFF2-40B4-BE49-F238E27FC236}">
                <a16:creationId xmlns:a16="http://schemas.microsoft.com/office/drawing/2014/main" id="{7BB291A8-1607-2647-B6CE-131B6257CA55}"/>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998029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Header, 2-Column with Sub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2E99A-11B3-4572-AF49-8C29B96990E1}"/>
              </a:ext>
            </a:extLst>
          </p:cNvPr>
          <p:cNvSpPr>
            <a:spLocks noGrp="1"/>
          </p:cNvSpPr>
          <p:nvPr>
            <p:ph type="title"/>
          </p:nvPr>
        </p:nvSpPr>
        <p:spPr>
          <a:xfrm>
            <a:off x="512064" y="365125"/>
            <a:ext cx="11180064" cy="1060704"/>
          </a:xfrm>
        </p:spPr>
        <p:txBody>
          <a:bodyPr/>
          <a:lstStyle/>
          <a:p>
            <a:r>
              <a:rPr lang="en-US"/>
              <a:t>Click to edit Master title style</a:t>
            </a:r>
          </a:p>
        </p:txBody>
      </p:sp>
      <p:sp>
        <p:nvSpPr>
          <p:cNvPr id="3" name="Text Placeholder 2">
            <a:extLst>
              <a:ext uri="{FF2B5EF4-FFF2-40B4-BE49-F238E27FC236}">
                <a16:creationId xmlns:a16="http://schemas.microsoft.com/office/drawing/2014/main" id="{D840DFAA-C481-4FB6-91AE-F3350B8D70A8}"/>
              </a:ext>
            </a:extLst>
          </p:cNvPr>
          <p:cNvSpPr>
            <a:spLocks noGrp="1"/>
          </p:cNvSpPr>
          <p:nvPr>
            <p:ph type="body" idx="1"/>
          </p:nvPr>
        </p:nvSpPr>
        <p:spPr>
          <a:xfrm>
            <a:off x="512064" y="1681163"/>
            <a:ext cx="5486400" cy="768096"/>
          </a:xfrm>
        </p:spPr>
        <p:txBody>
          <a:bodyPr vert="horz" lIns="0" tIns="0" rIns="0" bIns="0" rtlCol="0" anchor="b">
            <a:normAutofit/>
          </a:bodyPr>
          <a:lstStyle>
            <a:lvl1pPr>
              <a:defRPr lang="en-US" b="1" dirty="0">
                <a:solidFill>
                  <a:schemeClr val="tx1"/>
                </a:solidFill>
              </a:defRPr>
            </a:lvl1pPr>
            <a:lvl2pPr marL="0" indent="0">
              <a:buNone/>
              <a:defRPr b="1">
                <a:solidFill>
                  <a:schemeClr val="tx1"/>
                </a:solidFill>
              </a:defRPr>
            </a:lvl2pPr>
            <a:lvl3pPr marL="0" indent="0">
              <a:buNone/>
              <a:defRPr sz="2400" b="1">
                <a:solidFill>
                  <a:schemeClr val="tx1"/>
                </a:solidFill>
              </a:defRPr>
            </a:lvl3pPr>
            <a:lvl4pPr marL="0" indent="0">
              <a:buNone/>
              <a:defRPr sz="2400" b="1">
                <a:solidFill>
                  <a:schemeClr val="tx1"/>
                </a:solidFill>
              </a:defRPr>
            </a:lvl4pPr>
            <a:lvl5pPr marL="0" indent="0">
              <a:buNone/>
              <a:defRPr sz="2400" b="1">
                <a:solidFill>
                  <a:schemeClr val="tx1"/>
                </a:solidFill>
              </a:defRPr>
            </a:lvl5pPr>
            <a:lvl6pPr marL="0" indent="0">
              <a:buNone/>
              <a:defRPr sz="2400" b="1">
                <a:solidFill>
                  <a:schemeClr val="tx1"/>
                </a:solidFill>
              </a:defRPr>
            </a:lvl6pPr>
            <a:lvl7pPr marL="0" indent="0">
              <a:buNone/>
              <a:defRPr sz="2400" b="1">
                <a:solidFill>
                  <a:schemeClr val="tx1"/>
                </a:solidFill>
              </a:defRPr>
            </a:lvl7pPr>
            <a:lvl8pPr marL="0" indent="0">
              <a:buNone/>
              <a:defRPr sz="2400" b="1">
                <a:solidFill>
                  <a:schemeClr val="tx1"/>
                </a:solidFill>
              </a:defRPr>
            </a:lvl8pPr>
            <a:lvl9pPr marL="0" indent="0">
              <a:buNone/>
              <a:defRPr sz="2400" b="1">
                <a:solidFill>
                  <a:schemeClr val="tx1"/>
                </a:solidFill>
              </a:defRPr>
            </a:lvl9pPr>
          </a:lstStyle>
          <a:p>
            <a:pPr lvl="0"/>
            <a:r>
              <a:rPr lang="en-US"/>
              <a:t>Edit Master text styles</a:t>
            </a:r>
          </a:p>
        </p:txBody>
      </p:sp>
      <p:sp>
        <p:nvSpPr>
          <p:cNvPr id="4" name="Content Placeholder 3">
            <a:extLst>
              <a:ext uri="{FF2B5EF4-FFF2-40B4-BE49-F238E27FC236}">
                <a16:creationId xmlns:a16="http://schemas.microsoft.com/office/drawing/2014/main" id="{126E8CC1-FF60-4957-A42D-8194CAF7C166}"/>
              </a:ext>
            </a:extLst>
          </p:cNvPr>
          <p:cNvSpPr>
            <a:spLocks noGrp="1"/>
          </p:cNvSpPr>
          <p:nvPr>
            <p:ph sz="half" idx="2"/>
          </p:nvPr>
        </p:nvSpPr>
        <p:spPr>
          <a:xfrm>
            <a:off x="512064" y="2505076"/>
            <a:ext cx="5486400" cy="360311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C5A43C1-9284-49FF-9858-097A5A251B61}"/>
              </a:ext>
            </a:extLst>
          </p:cNvPr>
          <p:cNvSpPr>
            <a:spLocks noGrp="1"/>
          </p:cNvSpPr>
          <p:nvPr>
            <p:ph type="body" sz="quarter" idx="3"/>
          </p:nvPr>
        </p:nvSpPr>
        <p:spPr>
          <a:xfrm>
            <a:off x="6199033" y="1681163"/>
            <a:ext cx="5493095" cy="768096"/>
          </a:xfrm>
        </p:spPr>
        <p:txBody>
          <a:bodyPr anchor="b"/>
          <a:lstStyle>
            <a:lvl1pPr marL="0" indent="0">
              <a:buNone/>
              <a:defRPr sz="2400" b="1">
                <a:solidFill>
                  <a:schemeClr val="tx1"/>
                </a:solidFill>
              </a:defRPr>
            </a:lvl1pPr>
            <a:lvl2pPr marL="0" indent="0">
              <a:buNone/>
              <a:defRPr sz="2400" b="1">
                <a:solidFill>
                  <a:schemeClr val="tx1"/>
                </a:solidFill>
              </a:defRPr>
            </a:lvl2pPr>
            <a:lvl3pPr marL="0" indent="0">
              <a:buNone/>
              <a:defRPr sz="2400" b="1">
                <a:solidFill>
                  <a:schemeClr val="tx1"/>
                </a:solidFill>
              </a:defRPr>
            </a:lvl3pPr>
            <a:lvl4pPr marL="0" indent="0">
              <a:buNone/>
              <a:defRPr sz="2400" b="1">
                <a:solidFill>
                  <a:schemeClr val="tx1"/>
                </a:solidFill>
              </a:defRPr>
            </a:lvl4pPr>
            <a:lvl5pPr marL="0" indent="0">
              <a:buNone/>
              <a:defRPr sz="2400" b="1">
                <a:solidFill>
                  <a:schemeClr val="tx1"/>
                </a:solidFill>
              </a:defRPr>
            </a:lvl5pPr>
            <a:lvl6pPr marL="0" indent="0">
              <a:buNone/>
              <a:defRPr sz="2400" b="1">
                <a:solidFill>
                  <a:schemeClr val="tx1"/>
                </a:solidFill>
              </a:defRPr>
            </a:lvl6pPr>
            <a:lvl7pPr marL="0" indent="0">
              <a:buNone/>
              <a:defRPr sz="2400" b="1">
                <a:solidFill>
                  <a:schemeClr val="tx1"/>
                </a:solidFill>
              </a:defRPr>
            </a:lvl7pPr>
            <a:lvl8pPr marL="0" indent="0">
              <a:buNone/>
              <a:defRPr sz="2400" b="1">
                <a:solidFill>
                  <a:schemeClr val="tx1"/>
                </a:solidFill>
              </a:defRPr>
            </a:lvl8pPr>
            <a:lvl9pPr marL="0" indent="0">
              <a:buNone/>
              <a:defRPr sz="2400" b="1">
                <a:solidFill>
                  <a:schemeClr val="tx1"/>
                </a:solidFill>
              </a:defRPr>
            </a:lvl9pPr>
          </a:lstStyle>
          <a:p>
            <a:pPr lvl="0"/>
            <a:r>
              <a:rPr lang="en-US"/>
              <a:t>Edit Master text styles</a:t>
            </a:r>
          </a:p>
        </p:txBody>
      </p:sp>
      <p:sp>
        <p:nvSpPr>
          <p:cNvPr id="6" name="Content Placeholder 5">
            <a:extLst>
              <a:ext uri="{FF2B5EF4-FFF2-40B4-BE49-F238E27FC236}">
                <a16:creationId xmlns:a16="http://schemas.microsoft.com/office/drawing/2014/main" id="{1DA7AD90-39E3-4265-8B8B-59CFE81D1E45}"/>
              </a:ext>
            </a:extLst>
          </p:cNvPr>
          <p:cNvSpPr>
            <a:spLocks noGrp="1"/>
          </p:cNvSpPr>
          <p:nvPr>
            <p:ph sz="quarter" idx="4"/>
          </p:nvPr>
        </p:nvSpPr>
        <p:spPr>
          <a:xfrm>
            <a:off x="6199033" y="2505076"/>
            <a:ext cx="5493095" cy="360311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25C4DC-ABAE-46A6-80EC-5588913FA2D6}"/>
              </a:ext>
            </a:extLst>
          </p:cNvPr>
          <p:cNvSpPr>
            <a:spLocks noGrp="1"/>
          </p:cNvSpPr>
          <p:nvPr>
            <p:ph type="dt" sz="half" idx="10"/>
          </p:nvPr>
        </p:nvSpPr>
        <p:spPr/>
        <p:txBody>
          <a:bodyPr/>
          <a:lstStyle/>
          <a:p>
            <a:fld id="{40691CA2-1BB8-4488-9486-D75B3F22FA27}" type="datetime1">
              <a:rPr lang="en-US" smtClean="0"/>
              <a:t>7/14/2020</a:t>
            </a:fld>
            <a:endParaRPr lang="en-US"/>
          </a:p>
        </p:txBody>
      </p:sp>
      <p:sp>
        <p:nvSpPr>
          <p:cNvPr id="9" name="Slide Number Placeholder 8">
            <a:extLst>
              <a:ext uri="{FF2B5EF4-FFF2-40B4-BE49-F238E27FC236}">
                <a16:creationId xmlns:a16="http://schemas.microsoft.com/office/drawing/2014/main" id="{CF68F024-F689-477A-A36F-B7F3F4675F3C}"/>
              </a:ext>
            </a:extLst>
          </p:cNvPr>
          <p:cNvSpPr>
            <a:spLocks noGrp="1"/>
          </p:cNvSpPr>
          <p:nvPr>
            <p:ph type="sldNum" sz="quarter" idx="12"/>
          </p:nvPr>
        </p:nvSpPr>
        <p:spPr/>
        <p:txBody>
          <a:bodyPr/>
          <a:lstStyle/>
          <a:p>
            <a:fld id="{276352D4-1032-49E4-AB68-F7C321A9C807}" type="slidenum">
              <a:rPr lang="en-US" smtClean="0"/>
              <a:t>‹#›</a:t>
            </a:fld>
            <a:endParaRPr lang="en-US"/>
          </a:p>
        </p:txBody>
      </p:sp>
      <p:cxnSp>
        <p:nvCxnSpPr>
          <p:cNvPr id="12" name="Straight Connector 11">
            <a:extLst>
              <a:ext uri="{FF2B5EF4-FFF2-40B4-BE49-F238E27FC236}">
                <a16:creationId xmlns:a16="http://schemas.microsoft.com/office/drawing/2014/main" id="{752FACED-1B7D-4C4A-9BF0-C7901963B1FA}"/>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13" name="Footer Placeholder 6">
            <a:extLst>
              <a:ext uri="{FF2B5EF4-FFF2-40B4-BE49-F238E27FC236}">
                <a16:creationId xmlns:a16="http://schemas.microsoft.com/office/drawing/2014/main" id="{62AF4E84-7500-A74A-B804-843BD98E8F0E}"/>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2851615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Header &amp; 3-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3584448"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4309872" y="1682496"/>
            <a:ext cx="3584448"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617AA6AF-2E25-4B76-8264-0127F05158B5}"/>
              </a:ext>
            </a:extLst>
          </p:cNvPr>
          <p:cNvSpPr>
            <a:spLocks noGrp="1"/>
          </p:cNvSpPr>
          <p:nvPr>
            <p:ph sz="half" idx="13"/>
          </p:nvPr>
        </p:nvSpPr>
        <p:spPr>
          <a:xfrm>
            <a:off x="8107680" y="1682496"/>
            <a:ext cx="3584448"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D7A35C2-C0F4-49D9-B722-67323A6F7FD1}"/>
              </a:ext>
            </a:extLst>
          </p:cNvPr>
          <p:cNvSpPr>
            <a:spLocks noGrp="1"/>
          </p:cNvSpPr>
          <p:nvPr>
            <p:ph type="dt" sz="half" idx="14"/>
          </p:nvPr>
        </p:nvSpPr>
        <p:spPr/>
        <p:txBody>
          <a:bodyPr/>
          <a:lstStyle/>
          <a:p>
            <a:fld id="{9B448586-2ECD-4DC9-8755-A787417C5960}" type="datetime1">
              <a:rPr lang="en-US" smtClean="0"/>
              <a:t>7/14/2020</a:t>
            </a:fld>
            <a:endParaRPr lang="en-US"/>
          </a:p>
        </p:txBody>
      </p:sp>
      <p:sp>
        <p:nvSpPr>
          <p:cNvPr id="7" name="Slide Number Placeholder 6">
            <a:extLst>
              <a:ext uri="{FF2B5EF4-FFF2-40B4-BE49-F238E27FC236}">
                <a16:creationId xmlns:a16="http://schemas.microsoft.com/office/drawing/2014/main" id="{C4063F49-35A6-44FE-8D1B-AF1E3728CAC2}"/>
              </a:ext>
            </a:extLst>
          </p:cNvPr>
          <p:cNvSpPr>
            <a:spLocks noGrp="1"/>
          </p:cNvSpPr>
          <p:nvPr>
            <p:ph type="sldNum" sz="quarter" idx="16"/>
          </p:nvPr>
        </p:nvSpPr>
        <p:spPr/>
        <p:txBody>
          <a:bodyPr/>
          <a:lstStyle/>
          <a:p>
            <a:fld id="{276352D4-1032-49E4-AB68-F7C321A9C807}" type="slidenum">
              <a:rPr lang="en-US" smtClean="0"/>
              <a:t>‹#›</a:t>
            </a:fld>
            <a:endParaRPr lang="en-US"/>
          </a:p>
        </p:txBody>
      </p:sp>
      <p:cxnSp>
        <p:nvCxnSpPr>
          <p:cNvPr id="11" name="Straight Connector 10">
            <a:extLst>
              <a:ext uri="{FF2B5EF4-FFF2-40B4-BE49-F238E27FC236}">
                <a16:creationId xmlns:a16="http://schemas.microsoft.com/office/drawing/2014/main" id="{4C6EBED9-9EFE-447A-BEE0-FCC12D286A78}"/>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12" name="Footer Placeholder 6">
            <a:extLst>
              <a:ext uri="{FF2B5EF4-FFF2-40B4-BE49-F238E27FC236}">
                <a16:creationId xmlns:a16="http://schemas.microsoft.com/office/drawing/2014/main" id="{010ACB70-9EEA-3F49-B29B-6C59D00AC31B}"/>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687095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er &amp; 2-column (1/3, 2/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3584448"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4309872" y="1682496"/>
            <a:ext cx="7382256"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31406E-2CA1-499E-A808-27B124490AF3}"/>
              </a:ext>
            </a:extLst>
          </p:cNvPr>
          <p:cNvSpPr>
            <a:spLocks noGrp="1"/>
          </p:cNvSpPr>
          <p:nvPr>
            <p:ph type="dt" sz="half" idx="10"/>
          </p:nvPr>
        </p:nvSpPr>
        <p:spPr/>
        <p:txBody>
          <a:bodyPr/>
          <a:lstStyle/>
          <a:p>
            <a:fld id="{90B6476A-DE11-4196-83A9-64C7F5D90532}" type="datetime1">
              <a:rPr lang="en-US" smtClean="0"/>
              <a:t>7/14/2020</a:t>
            </a:fld>
            <a:endParaRPr lang="en-US"/>
          </a:p>
        </p:txBody>
      </p:sp>
      <p:sp>
        <p:nvSpPr>
          <p:cNvPr id="7" name="Slide Number Placeholder 6">
            <a:extLst>
              <a:ext uri="{FF2B5EF4-FFF2-40B4-BE49-F238E27FC236}">
                <a16:creationId xmlns:a16="http://schemas.microsoft.com/office/drawing/2014/main" id="{F1C10D1C-F2EA-46B6-B35A-881C8F5C67FE}"/>
              </a:ext>
            </a:extLst>
          </p:cNvPr>
          <p:cNvSpPr>
            <a:spLocks noGrp="1"/>
          </p:cNvSpPr>
          <p:nvPr>
            <p:ph type="sldNum" sz="quarter" idx="12"/>
          </p:nvPr>
        </p:nvSpPr>
        <p:spPr/>
        <p:txBody>
          <a:bodyPr/>
          <a:lstStyle/>
          <a:p>
            <a:fld id="{276352D4-1032-49E4-AB68-F7C321A9C807}" type="slidenum">
              <a:rPr lang="en-US" smtClean="0"/>
              <a:t>‹#›</a:t>
            </a:fld>
            <a:endParaRPr lang="en-US"/>
          </a:p>
        </p:txBody>
      </p:sp>
      <p:cxnSp>
        <p:nvCxnSpPr>
          <p:cNvPr id="10" name="Straight Connector 9">
            <a:extLst>
              <a:ext uri="{FF2B5EF4-FFF2-40B4-BE49-F238E27FC236}">
                <a16:creationId xmlns:a16="http://schemas.microsoft.com/office/drawing/2014/main" id="{4149C702-A52C-4836-AD09-FFA898A62A90}"/>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11" name="Footer Placeholder 6">
            <a:extLst>
              <a:ext uri="{FF2B5EF4-FFF2-40B4-BE49-F238E27FC236}">
                <a16:creationId xmlns:a16="http://schemas.microsoft.com/office/drawing/2014/main" id="{46CD866B-E07A-F146-86DC-29251E2D8875}"/>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943777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eader &amp; 2-column (2/3,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7382256"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8107680" y="1682496"/>
            <a:ext cx="3584448"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DCC60974-838A-40CC-8A5B-B6116CA4DBF8}"/>
              </a:ext>
            </a:extLst>
          </p:cNvPr>
          <p:cNvSpPr>
            <a:spLocks noGrp="1"/>
          </p:cNvSpPr>
          <p:nvPr>
            <p:ph type="dt" sz="half" idx="10"/>
          </p:nvPr>
        </p:nvSpPr>
        <p:spPr/>
        <p:txBody>
          <a:bodyPr/>
          <a:lstStyle/>
          <a:p>
            <a:fld id="{164C9D0E-4CA4-4768-9679-D9C2349D3968}" type="datetime1">
              <a:rPr lang="en-US" smtClean="0"/>
              <a:t>7/14/2020</a:t>
            </a:fld>
            <a:endParaRPr lang="en-US"/>
          </a:p>
        </p:txBody>
      </p:sp>
      <p:sp>
        <p:nvSpPr>
          <p:cNvPr id="7" name="Slide Number Placeholder 6">
            <a:extLst>
              <a:ext uri="{FF2B5EF4-FFF2-40B4-BE49-F238E27FC236}">
                <a16:creationId xmlns:a16="http://schemas.microsoft.com/office/drawing/2014/main" id="{8AC5B230-74A0-418F-BBA9-0B141D8CA374}"/>
              </a:ext>
            </a:extLst>
          </p:cNvPr>
          <p:cNvSpPr>
            <a:spLocks noGrp="1"/>
          </p:cNvSpPr>
          <p:nvPr>
            <p:ph type="sldNum" sz="quarter" idx="12"/>
          </p:nvPr>
        </p:nvSpPr>
        <p:spPr/>
        <p:txBody>
          <a:bodyPr/>
          <a:lstStyle/>
          <a:p>
            <a:fld id="{276352D4-1032-49E4-AB68-F7C321A9C807}" type="slidenum">
              <a:rPr lang="en-US" smtClean="0"/>
              <a:t>‹#›</a:t>
            </a:fld>
            <a:endParaRPr lang="en-US"/>
          </a:p>
        </p:txBody>
      </p:sp>
      <p:cxnSp>
        <p:nvCxnSpPr>
          <p:cNvPr id="11" name="Straight Connector 10">
            <a:extLst>
              <a:ext uri="{FF2B5EF4-FFF2-40B4-BE49-F238E27FC236}">
                <a16:creationId xmlns:a16="http://schemas.microsoft.com/office/drawing/2014/main" id="{02C70E20-6501-4F77-9CBC-3806310ED989}"/>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12" name="Footer Placeholder 6">
            <a:extLst>
              <a:ext uri="{FF2B5EF4-FFF2-40B4-BE49-F238E27FC236}">
                <a16:creationId xmlns:a16="http://schemas.microsoft.com/office/drawing/2014/main" id="{8998EC3A-A13E-BC4D-BE5F-EA977113F5C0}"/>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12165347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ader, Subtitle &amp; 2-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3" y="1682496"/>
            <a:ext cx="11180063" cy="1060704"/>
          </a:xfrm>
        </p:spPr>
        <p:txBody>
          <a:bodyPr/>
          <a:lstStyle>
            <a:lvl1pPr>
              <a:defRPr b="1">
                <a:solidFill>
                  <a:schemeClr val="tx1"/>
                </a:solidFill>
              </a:defRPr>
            </a:lvl1pPr>
            <a:lvl2pPr>
              <a:defRPr>
                <a:solidFill>
                  <a:schemeClr val="tx2"/>
                </a:solidFill>
              </a:defRPr>
            </a:lvl2pPr>
          </a:lstStyle>
          <a:p>
            <a:pPr lvl="0"/>
            <a:r>
              <a:rPr lang="en-US"/>
              <a:t>Edit Master text styles</a:t>
            </a:r>
          </a:p>
          <a:p>
            <a:pPr lvl="1"/>
            <a:r>
              <a:rPr lang="en-US"/>
              <a:t>Second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512064" y="2987040"/>
            <a:ext cx="5486400" cy="312115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3">
            <a:extLst>
              <a:ext uri="{FF2B5EF4-FFF2-40B4-BE49-F238E27FC236}">
                <a16:creationId xmlns:a16="http://schemas.microsoft.com/office/drawing/2014/main" id="{CE69CF19-0589-4E7F-87F9-FC7CAC6AC6D8}"/>
              </a:ext>
            </a:extLst>
          </p:cNvPr>
          <p:cNvSpPr>
            <a:spLocks noGrp="1"/>
          </p:cNvSpPr>
          <p:nvPr>
            <p:ph sz="half" idx="19"/>
          </p:nvPr>
        </p:nvSpPr>
        <p:spPr>
          <a:xfrm>
            <a:off x="6206067" y="2987040"/>
            <a:ext cx="5486400" cy="312115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B2A1A39-C278-49C1-98BD-03DFB86ACBBA}"/>
              </a:ext>
            </a:extLst>
          </p:cNvPr>
          <p:cNvSpPr>
            <a:spLocks noGrp="1"/>
          </p:cNvSpPr>
          <p:nvPr>
            <p:ph type="dt" sz="half" idx="20"/>
          </p:nvPr>
        </p:nvSpPr>
        <p:spPr/>
        <p:txBody>
          <a:bodyPr/>
          <a:lstStyle/>
          <a:p>
            <a:fld id="{9184F26A-EB8D-4CB5-ACBF-7076142BA891}" type="datetime1">
              <a:rPr lang="en-US" smtClean="0"/>
              <a:t>7/14/2020</a:t>
            </a:fld>
            <a:endParaRPr lang="en-US"/>
          </a:p>
        </p:txBody>
      </p:sp>
      <p:sp>
        <p:nvSpPr>
          <p:cNvPr id="7" name="Slide Number Placeholder 6">
            <a:extLst>
              <a:ext uri="{FF2B5EF4-FFF2-40B4-BE49-F238E27FC236}">
                <a16:creationId xmlns:a16="http://schemas.microsoft.com/office/drawing/2014/main" id="{8E78CA9C-FCAF-4B99-B5F6-60AF3219B3BA}"/>
              </a:ext>
            </a:extLst>
          </p:cNvPr>
          <p:cNvSpPr>
            <a:spLocks noGrp="1"/>
          </p:cNvSpPr>
          <p:nvPr>
            <p:ph type="sldNum" sz="quarter" idx="22"/>
          </p:nvPr>
        </p:nvSpPr>
        <p:spPr/>
        <p:txBody>
          <a:bodyPr/>
          <a:lstStyle/>
          <a:p>
            <a:fld id="{276352D4-1032-49E4-AB68-F7C321A9C807}" type="slidenum">
              <a:rPr lang="en-US" smtClean="0"/>
              <a:t>‹#›</a:t>
            </a:fld>
            <a:endParaRPr lang="en-US"/>
          </a:p>
        </p:txBody>
      </p:sp>
      <p:cxnSp>
        <p:nvCxnSpPr>
          <p:cNvPr id="12" name="Straight Connector 11">
            <a:extLst>
              <a:ext uri="{FF2B5EF4-FFF2-40B4-BE49-F238E27FC236}">
                <a16:creationId xmlns:a16="http://schemas.microsoft.com/office/drawing/2014/main" id="{7DCFE254-800B-4596-8FBC-3984CE5AE788}"/>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13" name="Footer Placeholder 6">
            <a:extLst>
              <a:ext uri="{FF2B5EF4-FFF2-40B4-BE49-F238E27FC236}">
                <a16:creationId xmlns:a16="http://schemas.microsoft.com/office/drawing/2014/main" id="{5E0B9B59-9018-B944-9D33-C6A3425BC1B3}"/>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3809421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Header, Subtitle, Text &amp;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3" y="1682496"/>
            <a:ext cx="11180063" cy="1060704"/>
          </a:xfrm>
        </p:spPr>
        <p:txBody>
          <a:bodyPr/>
          <a:lstStyle>
            <a:lvl1pPr>
              <a:defRPr b="1">
                <a:solidFill>
                  <a:schemeClr val="tx1"/>
                </a:solidFill>
              </a:defRPr>
            </a:lvl1pPr>
            <a:lvl2pPr>
              <a:defRPr>
                <a:solidFill>
                  <a:schemeClr val="tx2"/>
                </a:solidFill>
              </a:defRPr>
            </a:lvl2pPr>
          </a:lstStyle>
          <a:p>
            <a:pPr lvl="0"/>
            <a:r>
              <a:rPr lang="en-US"/>
              <a:t>Edit Master text styles</a:t>
            </a:r>
          </a:p>
          <a:p>
            <a:pPr lvl="1"/>
            <a:r>
              <a:rPr lang="en-US"/>
              <a:t>Second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512064" y="2987040"/>
            <a:ext cx="5486400" cy="312115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6">
            <a:extLst>
              <a:ext uri="{FF2B5EF4-FFF2-40B4-BE49-F238E27FC236}">
                <a16:creationId xmlns:a16="http://schemas.microsoft.com/office/drawing/2014/main" id="{5B5CE85F-2A75-4693-93B8-CBF7927F72BE}"/>
              </a:ext>
            </a:extLst>
          </p:cNvPr>
          <p:cNvSpPr>
            <a:spLocks noGrp="1"/>
          </p:cNvSpPr>
          <p:nvPr>
            <p:ph type="pic" sz="quarter" idx="24" hasCustomPrompt="1"/>
          </p:nvPr>
        </p:nvSpPr>
        <p:spPr>
          <a:xfrm>
            <a:off x="6205725" y="2987040"/>
            <a:ext cx="5486400" cy="3121152"/>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dirty="0"/>
              <a:t>Drag picture to placeholder or click icon to add</a:t>
            </a:r>
          </a:p>
        </p:txBody>
      </p:sp>
      <p:sp>
        <p:nvSpPr>
          <p:cNvPr id="5" name="Date Placeholder 4">
            <a:extLst>
              <a:ext uri="{FF2B5EF4-FFF2-40B4-BE49-F238E27FC236}">
                <a16:creationId xmlns:a16="http://schemas.microsoft.com/office/drawing/2014/main" id="{CD833434-287A-47FC-8826-927D06662D67}"/>
              </a:ext>
            </a:extLst>
          </p:cNvPr>
          <p:cNvSpPr>
            <a:spLocks noGrp="1"/>
          </p:cNvSpPr>
          <p:nvPr>
            <p:ph type="dt" sz="half" idx="25"/>
          </p:nvPr>
        </p:nvSpPr>
        <p:spPr/>
        <p:txBody>
          <a:bodyPr/>
          <a:lstStyle/>
          <a:p>
            <a:fld id="{AC31F982-EB52-4FD2-B7FE-C623B3C80509}" type="datetime1">
              <a:rPr lang="en-US" smtClean="0"/>
              <a:t>7/14/2020</a:t>
            </a:fld>
            <a:endParaRPr lang="en-US"/>
          </a:p>
        </p:txBody>
      </p:sp>
      <p:sp>
        <p:nvSpPr>
          <p:cNvPr id="7" name="Slide Number Placeholder 6">
            <a:extLst>
              <a:ext uri="{FF2B5EF4-FFF2-40B4-BE49-F238E27FC236}">
                <a16:creationId xmlns:a16="http://schemas.microsoft.com/office/drawing/2014/main" id="{7CBA36B9-835B-4A55-994F-E64CDB646565}"/>
              </a:ext>
            </a:extLst>
          </p:cNvPr>
          <p:cNvSpPr>
            <a:spLocks noGrp="1"/>
          </p:cNvSpPr>
          <p:nvPr>
            <p:ph type="sldNum" sz="quarter" idx="27"/>
          </p:nvPr>
        </p:nvSpPr>
        <p:spPr/>
        <p:txBody>
          <a:bodyPr/>
          <a:lstStyle/>
          <a:p>
            <a:fld id="{276352D4-1032-49E4-AB68-F7C321A9C807}" type="slidenum">
              <a:rPr lang="en-US" smtClean="0"/>
              <a:t>‹#›</a:t>
            </a:fld>
            <a:endParaRPr lang="en-US"/>
          </a:p>
        </p:txBody>
      </p:sp>
      <p:cxnSp>
        <p:nvCxnSpPr>
          <p:cNvPr id="11" name="Straight Connector 10">
            <a:extLst>
              <a:ext uri="{FF2B5EF4-FFF2-40B4-BE49-F238E27FC236}">
                <a16:creationId xmlns:a16="http://schemas.microsoft.com/office/drawing/2014/main" id="{9D11681F-8020-4D84-9273-264D5F39BDAF}"/>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13" name="Footer Placeholder 6">
            <a:extLst>
              <a:ext uri="{FF2B5EF4-FFF2-40B4-BE49-F238E27FC236}">
                <a16:creationId xmlns:a16="http://schemas.microsoft.com/office/drawing/2014/main" id="{B33F841E-581C-B54A-B1F4-F9B078E7091E}"/>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31631869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eader, Subtitle, Image &amp;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3" y="1682496"/>
            <a:ext cx="11180063" cy="1060704"/>
          </a:xfrm>
        </p:spPr>
        <p:txBody>
          <a:bodyPr/>
          <a:lstStyle>
            <a:lvl1pPr>
              <a:defRPr b="1">
                <a:solidFill>
                  <a:schemeClr val="tx1"/>
                </a:solidFill>
              </a:defRPr>
            </a:lvl1pPr>
            <a:lvl2pPr>
              <a:defRPr>
                <a:solidFill>
                  <a:schemeClr val="tx2"/>
                </a:solidFill>
              </a:defRPr>
            </a:lvl2pPr>
          </a:lstStyle>
          <a:p>
            <a:pPr lvl="0"/>
            <a:r>
              <a:rPr lang="en-US"/>
              <a:t>Edit Master text styles</a:t>
            </a:r>
          </a:p>
          <a:p>
            <a:pPr lvl="1"/>
            <a:r>
              <a:rPr lang="en-US"/>
              <a:t>Second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6205725" y="2987040"/>
            <a:ext cx="5486400" cy="312115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B1325C43-3F77-4CF9-8E6F-F5DB1CDCD7DB}"/>
              </a:ext>
            </a:extLst>
          </p:cNvPr>
          <p:cNvSpPr>
            <a:spLocks noGrp="1"/>
          </p:cNvSpPr>
          <p:nvPr>
            <p:ph type="pic" sz="quarter" idx="24" hasCustomPrompt="1"/>
          </p:nvPr>
        </p:nvSpPr>
        <p:spPr>
          <a:xfrm>
            <a:off x="512063" y="2987040"/>
            <a:ext cx="5486400" cy="3121152"/>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dirty="0"/>
              <a:t>Drag picture to placeholder or click icon to add</a:t>
            </a:r>
          </a:p>
        </p:txBody>
      </p:sp>
      <p:sp>
        <p:nvSpPr>
          <p:cNvPr id="5" name="Date Placeholder 4">
            <a:extLst>
              <a:ext uri="{FF2B5EF4-FFF2-40B4-BE49-F238E27FC236}">
                <a16:creationId xmlns:a16="http://schemas.microsoft.com/office/drawing/2014/main" id="{1133C2E1-148D-4C6B-A6B6-6408779530FF}"/>
              </a:ext>
            </a:extLst>
          </p:cNvPr>
          <p:cNvSpPr>
            <a:spLocks noGrp="1"/>
          </p:cNvSpPr>
          <p:nvPr>
            <p:ph type="dt" sz="half" idx="25"/>
          </p:nvPr>
        </p:nvSpPr>
        <p:spPr/>
        <p:txBody>
          <a:bodyPr/>
          <a:lstStyle/>
          <a:p>
            <a:fld id="{A38093A6-6ED0-4E90-935D-6CFFD0BAF8BD}" type="datetime1">
              <a:rPr lang="en-US" smtClean="0"/>
              <a:t>7/14/2020</a:t>
            </a:fld>
            <a:endParaRPr lang="en-US"/>
          </a:p>
        </p:txBody>
      </p:sp>
      <p:sp>
        <p:nvSpPr>
          <p:cNvPr id="8" name="Slide Number Placeholder 7">
            <a:extLst>
              <a:ext uri="{FF2B5EF4-FFF2-40B4-BE49-F238E27FC236}">
                <a16:creationId xmlns:a16="http://schemas.microsoft.com/office/drawing/2014/main" id="{76B10EAF-6394-4900-AC77-D434D0DE4BED}"/>
              </a:ext>
            </a:extLst>
          </p:cNvPr>
          <p:cNvSpPr>
            <a:spLocks noGrp="1"/>
          </p:cNvSpPr>
          <p:nvPr>
            <p:ph type="sldNum" sz="quarter" idx="27"/>
          </p:nvPr>
        </p:nvSpPr>
        <p:spPr/>
        <p:txBody>
          <a:bodyPr/>
          <a:lstStyle/>
          <a:p>
            <a:fld id="{276352D4-1032-49E4-AB68-F7C321A9C807}" type="slidenum">
              <a:rPr lang="en-US" smtClean="0"/>
              <a:t>‹#›</a:t>
            </a:fld>
            <a:endParaRPr lang="en-US"/>
          </a:p>
        </p:txBody>
      </p:sp>
      <p:cxnSp>
        <p:nvCxnSpPr>
          <p:cNvPr id="11" name="Straight Connector 10">
            <a:extLst>
              <a:ext uri="{FF2B5EF4-FFF2-40B4-BE49-F238E27FC236}">
                <a16:creationId xmlns:a16="http://schemas.microsoft.com/office/drawing/2014/main" id="{ADC731D1-00A8-4565-A437-8595C7E6650E}"/>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12" name="Footer Placeholder 6">
            <a:extLst>
              <a:ext uri="{FF2B5EF4-FFF2-40B4-BE49-F238E27FC236}">
                <a16:creationId xmlns:a16="http://schemas.microsoft.com/office/drawing/2014/main" id="{69FD0DB7-A972-3A46-84FF-8541CBF603E3}"/>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25925553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Header &amp; 6-u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76679"/>
            <a:ext cx="3584448" cy="21579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512064" y="4098770"/>
            <a:ext cx="3584448" cy="201167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a:extLst>
              <a:ext uri="{FF2B5EF4-FFF2-40B4-BE49-F238E27FC236}">
                <a16:creationId xmlns:a16="http://schemas.microsoft.com/office/drawing/2014/main" id="{617AA6AF-2E25-4B76-8264-0127F05158B5}"/>
              </a:ext>
            </a:extLst>
          </p:cNvPr>
          <p:cNvSpPr>
            <a:spLocks noGrp="1"/>
          </p:cNvSpPr>
          <p:nvPr>
            <p:ph sz="half" idx="13"/>
          </p:nvPr>
        </p:nvSpPr>
        <p:spPr>
          <a:xfrm>
            <a:off x="4315968" y="1676679"/>
            <a:ext cx="3584448" cy="21579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a:extLst>
              <a:ext uri="{FF2B5EF4-FFF2-40B4-BE49-F238E27FC236}">
                <a16:creationId xmlns:a16="http://schemas.microsoft.com/office/drawing/2014/main" id="{0F3A29B0-716A-4C35-A013-3FAC88D7A800}"/>
              </a:ext>
            </a:extLst>
          </p:cNvPr>
          <p:cNvSpPr>
            <a:spLocks noGrp="1"/>
          </p:cNvSpPr>
          <p:nvPr>
            <p:ph sz="half" idx="14"/>
          </p:nvPr>
        </p:nvSpPr>
        <p:spPr>
          <a:xfrm>
            <a:off x="4315968" y="4096512"/>
            <a:ext cx="3584448" cy="201167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3">
            <a:extLst>
              <a:ext uri="{FF2B5EF4-FFF2-40B4-BE49-F238E27FC236}">
                <a16:creationId xmlns:a16="http://schemas.microsoft.com/office/drawing/2014/main" id="{44F57E95-9B34-49D0-B2D5-56ED760D9CA1}"/>
              </a:ext>
            </a:extLst>
          </p:cNvPr>
          <p:cNvSpPr>
            <a:spLocks noGrp="1"/>
          </p:cNvSpPr>
          <p:nvPr>
            <p:ph sz="half" idx="15"/>
          </p:nvPr>
        </p:nvSpPr>
        <p:spPr>
          <a:xfrm>
            <a:off x="8107680" y="1682496"/>
            <a:ext cx="3584448" cy="21579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EEF22231-FA42-42CF-AB2B-892F463A8110}"/>
              </a:ext>
            </a:extLst>
          </p:cNvPr>
          <p:cNvSpPr>
            <a:spLocks noGrp="1"/>
          </p:cNvSpPr>
          <p:nvPr>
            <p:ph sz="half" idx="16"/>
          </p:nvPr>
        </p:nvSpPr>
        <p:spPr>
          <a:xfrm>
            <a:off x="8107680" y="4096512"/>
            <a:ext cx="3584448" cy="201168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A5366D76-6B79-48C4-8251-348E1555D510}"/>
              </a:ext>
            </a:extLst>
          </p:cNvPr>
          <p:cNvSpPr>
            <a:spLocks noGrp="1"/>
          </p:cNvSpPr>
          <p:nvPr>
            <p:ph type="dt" sz="half" idx="17"/>
          </p:nvPr>
        </p:nvSpPr>
        <p:spPr/>
        <p:txBody>
          <a:bodyPr/>
          <a:lstStyle/>
          <a:p>
            <a:fld id="{8B63FEAD-1320-4AB4-A275-0676A0355EDA}" type="datetime1">
              <a:rPr lang="en-US" smtClean="0"/>
              <a:t>7/14/2020</a:t>
            </a:fld>
            <a:endParaRPr lang="en-US"/>
          </a:p>
        </p:txBody>
      </p:sp>
      <p:sp>
        <p:nvSpPr>
          <p:cNvPr id="7" name="Slide Number Placeholder 6">
            <a:extLst>
              <a:ext uri="{FF2B5EF4-FFF2-40B4-BE49-F238E27FC236}">
                <a16:creationId xmlns:a16="http://schemas.microsoft.com/office/drawing/2014/main" id="{F7C8D6D6-7FF6-449D-9219-4E96EBA4FD12}"/>
              </a:ext>
            </a:extLst>
          </p:cNvPr>
          <p:cNvSpPr>
            <a:spLocks noGrp="1"/>
          </p:cNvSpPr>
          <p:nvPr>
            <p:ph type="sldNum" sz="quarter" idx="19"/>
          </p:nvPr>
        </p:nvSpPr>
        <p:spPr/>
        <p:txBody>
          <a:bodyPr/>
          <a:lstStyle/>
          <a:p>
            <a:fld id="{276352D4-1032-49E4-AB68-F7C321A9C807}" type="slidenum">
              <a:rPr lang="en-US" smtClean="0"/>
              <a:t>‹#›</a:t>
            </a:fld>
            <a:endParaRPr lang="en-US"/>
          </a:p>
        </p:txBody>
      </p:sp>
      <p:cxnSp>
        <p:nvCxnSpPr>
          <p:cNvPr id="14" name="Straight Connector 13">
            <a:extLst>
              <a:ext uri="{FF2B5EF4-FFF2-40B4-BE49-F238E27FC236}">
                <a16:creationId xmlns:a16="http://schemas.microsoft.com/office/drawing/2014/main" id="{39F1CC7F-1769-4309-B028-FCCD6DB279B4}"/>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15" name="Footer Placeholder 6">
            <a:extLst>
              <a:ext uri="{FF2B5EF4-FFF2-40B4-BE49-F238E27FC236}">
                <a16:creationId xmlns:a16="http://schemas.microsoft.com/office/drawing/2014/main" id="{83B48813-EF18-EC42-A626-021C6F6CA8F7}"/>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34777136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Header &amp; 2-Column (Numbered text on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Font typeface="Courier New" panose="02070309020205020404" pitchFamily="49" charset="0"/>
              <a:buChar char="o"/>
              <a:defRPr sz="1867"/>
            </a:lvl7pPr>
            <a:lvl8pPr marL="914377" indent="-304792">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6205728" y="1682496"/>
            <a:ext cx="5486400"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8A297B0-47B5-4593-9A82-FCAC41DF5B14}"/>
              </a:ext>
            </a:extLst>
          </p:cNvPr>
          <p:cNvSpPr>
            <a:spLocks noGrp="1"/>
          </p:cNvSpPr>
          <p:nvPr>
            <p:ph type="dt" sz="half" idx="10"/>
          </p:nvPr>
        </p:nvSpPr>
        <p:spPr/>
        <p:txBody>
          <a:bodyPr/>
          <a:lstStyle/>
          <a:p>
            <a:fld id="{0443DB7A-2353-4771-B3FF-10F505528829}" type="datetime1">
              <a:rPr lang="en-US" smtClean="0"/>
              <a:t>7/14/2020</a:t>
            </a:fld>
            <a:endParaRPr lang="en-US"/>
          </a:p>
        </p:txBody>
      </p:sp>
      <p:sp>
        <p:nvSpPr>
          <p:cNvPr id="7" name="Slide Number Placeholder 6">
            <a:extLst>
              <a:ext uri="{FF2B5EF4-FFF2-40B4-BE49-F238E27FC236}">
                <a16:creationId xmlns:a16="http://schemas.microsoft.com/office/drawing/2014/main" id="{53606C9F-D7ED-4FD8-B0F6-C62354279FAA}"/>
              </a:ext>
            </a:extLst>
          </p:cNvPr>
          <p:cNvSpPr>
            <a:spLocks noGrp="1"/>
          </p:cNvSpPr>
          <p:nvPr>
            <p:ph type="sldNum" sz="quarter" idx="12"/>
          </p:nvPr>
        </p:nvSpPr>
        <p:spPr/>
        <p:txBody>
          <a:bodyPr/>
          <a:lstStyle/>
          <a:p>
            <a:fld id="{276352D4-1032-49E4-AB68-F7C321A9C807}" type="slidenum">
              <a:rPr lang="en-US" smtClean="0"/>
              <a:t>‹#›</a:t>
            </a:fld>
            <a:endParaRPr lang="en-US"/>
          </a:p>
        </p:txBody>
      </p:sp>
      <p:cxnSp>
        <p:nvCxnSpPr>
          <p:cNvPr id="10" name="Straight Connector 9">
            <a:extLst>
              <a:ext uri="{FF2B5EF4-FFF2-40B4-BE49-F238E27FC236}">
                <a16:creationId xmlns:a16="http://schemas.microsoft.com/office/drawing/2014/main" id="{4B115615-761F-445E-87C9-9E35C790E640}"/>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11" name="Footer Placeholder 6">
            <a:extLst>
              <a:ext uri="{FF2B5EF4-FFF2-40B4-BE49-F238E27FC236}">
                <a16:creationId xmlns:a16="http://schemas.microsoft.com/office/drawing/2014/main" id="{F8CDDEBA-6F3F-434E-96AD-B3B1A31006CA}"/>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7713179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Header, Numbered Text &amp;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Font typeface="Courier New" panose="02070309020205020404" pitchFamily="49" charset="0"/>
              <a:buChar char="o"/>
              <a:defRPr sz="1867"/>
            </a:lvl7pPr>
            <a:lvl8pPr marL="914377" indent="-304792">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8A297B0-47B5-4593-9A82-FCAC41DF5B14}"/>
              </a:ext>
            </a:extLst>
          </p:cNvPr>
          <p:cNvSpPr>
            <a:spLocks noGrp="1"/>
          </p:cNvSpPr>
          <p:nvPr>
            <p:ph type="dt" sz="half" idx="10"/>
          </p:nvPr>
        </p:nvSpPr>
        <p:spPr/>
        <p:txBody>
          <a:bodyPr/>
          <a:lstStyle/>
          <a:p>
            <a:fld id="{4B5C7524-FC1A-46C2-9500-34C561B73B52}" type="datetime1">
              <a:rPr lang="en-US" smtClean="0"/>
              <a:t>7/14/2020</a:t>
            </a:fld>
            <a:endParaRPr lang="en-US"/>
          </a:p>
        </p:txBody>
      </p:sp>
      <p:sp>
        <p:nvSpPr>
          <p:cNvPr id="7" name="Slide Number Placeholder 6">
            <a:extLst>
              <a:ext uri="{FF2B5EF4-FFF2-40B4-BE49-F238E27FC236}">
                <a16:creationId xmlns:a16="http://schemas.microsoft.com/office/drawing/2014/main" id="{53606C9F-D7ED-4FD8-B0F6-C62354279FAA}"/>
              </a:ext>
            </a:extLst>
          </p:cNvPr>
          <p:cNvSpPr>
            <a:spLocks noGrp="1"/>
          </p:cNvSpPr>
          <p:nvPr>
            <p:ph type="sldNum" sz="quarter" idx="12"/>
          </p:nvPr>
        </p:nvSpPr>
        <p:spPr/>
        <p:txBody>
          <a:bodyPr/>
          <a:lstStyle/>
          <a:p>
            <a:fld id="{276352D4-1032-49E4-AB68-F7C321A9C807}" type="slidenum">
              <a:rPr lang="en-US" smtClean="0"/>
              <a:t>‹#›</a:t>
            </a:fld>
            <a:endParaRPr lang="en-US"/>
          </a:p>
        </p:txBody>
      </p:sp>
      <p:cxnSp>
        <p:nvCxnSpPr>
          <p:cNvPr id="10" name="Straight Connector 9">
            <a:extLst>
              <a:ext uri="{FF2B5EF4-FFF2-40B4-BE49-F238E27FC236}">
                <a16:creationId xmlns:a16="http://schemas.microsoft.com/office/drawing/2014/main" id="{4B115615-761F-445E-87C9-9E35C790E640}"/>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Picture Placeholder 14">
            <a:extLst>
              <a:ext uri="{FF2B5EF4-FFF2-40B4-BE49-F238E27FC236}">
                <a16:creationId xmlns:a16="http://schemas.microsoft.com/office/drawing/2014/main" id="{0A897C52-38E8-4C02-B11A-8278FD59AD07}"/>
              </a:ext>
            </a:extLst>
          </p:cNvPr>
          <p:cNvSpPr>
            <a:spLocks noGrp="1"/>
          </p:cNvSpPr>
          <p:nvPr>
            <p:ph type="pic" sz="quarter" idx="17" hasCustomPrompt="1"/>
          </p:nvPr>
        </p:nvSpPr>
        <p:spPr>
          <a:xfrm>
            <a:off x="6205728" y="1682495"/>
            <a:ext cx="5986272" cy="4425696"/>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dirty="0"/>
              <a:t>Drag picture to placeholder or click icon to add</a:t>
            </a:r>
          </a:p>
        </p:txBody>
      </p:sp>
      <p:pic>
        <p:nvPicPr>
          <p:cNvPr id="13" name="Picture 12">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12" name="Footer Placeholder 6">
            <a:extLst>
              <a:ext uri="{FF2B5EF4-FFF2-40B4-BE49-F238E27FC236}">
                <a16:creationId xmlns:a16="http://schemas.microsoft.com/office/drawing/2014/main" id="{62E09F2D-4BD1-1844-A4AD-E63303ED046F}"/>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29589818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Header, Numbered Text &amp; Medi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Font typeface="Courier New" panose="02070309020205020404" pitchFamily="49" charset="0"/>
              <a:buChar char="o"/>
              <a:defRPr sz="1867"/>
            </a:lvl7pPr>
            <a:lvl8pPr marL="914377" indent="-304792">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8A297B0-47B5-4593-9A82-FCAC41DF5B14}"/>
              </a:ext>
            </a:extLst>
          </p:cNvPr>
          <p:cNvSpPr>
            <a:spLocks noGrp="1"/>
          </p:cNvSpPr>
          <p:nvPr>
            <p:ph type="dt" sz="half" idx="10"/>
          </p:nvPr>
        </p:nvSpPr>
        <p:spPr/>
        <p:txBody>
          <a:bodyPr/>
          <a:lstStyle/>
          <a:p>
            <a:fld id="{B10F0D98-4180-48DA-BDBB-503D6C1AEED7}" type="datetime1">
              <a:rPr lang="en-US" smtClean="0"/>
              <a:t>7/14/2020</a:t>
            </a:fld>
            <a:endParaRPr lang="en-US"/>
          </a:p>
        </p:txBody>
      </p:sp>
      <p:sp>
        <p:nvSpPr>
          <p:cNvPr id="7" name="Slide Number Placeholder 6">
            <a:extLst>
              <a:ext uri="{FF2B5EF4-FFF2-40B4-BE49-F238E27FC236}">
                <a16:creationId xmlns:a16="http://schemas.microsoft.com/office/drawing/2014/main" id="{53606C9F-D7ED-4FD8-B0F6-C62354279FAA}"/>
              </a:ext>
            </a:extLst>
          </p:cNvPr>
          <p:cNvSpPr>
            <a:spLocks noGrp="1"/>
          </p:cNvSpPr>
          <p:nvPr>
            <p:ph type="sldNum" sz="quarter" idx="12"/>
          </p:nvPr>
        </p:nvSpPr>
        <p:spPr/>
        <p:txBody>
          <a:bodyPr/>
          <a:lstStyle/>
          <a:p>
            <a:fld id="{276352D4-1032-49E4-AB68-F7C321A9C807}" type="slidenum">
              <a:rPr lang="en-US" smtClean="0"/>
              <a:t>‹#›</a:t>
            </a:fld>
            <a:endParaRPr lang="en-US"/>
          </a:p>
        </p:txBody>
      </p:sp>
      <p:cxnSp>
        <p:nvCxnSpPr>
          <p:cNvPr id="10" name="Straight Connector 9">
            <a:extLst>
              <a:ext uri="{FF2B5EF4-FFF2-40B4-BE49-F238E27FC236}">
                <a16:creationId xmlns:a16="http://schemas.microsoft.com/office/drawing/2014/main" id="{4B115615-761F-445E-87C9-9E35C790E640}"/>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Media Placeholder 7">
            <a:extLst>
              <a:ext uri="{FF2B5EF4-FFF2-40B4-BE49-F238E27FC236}">
                <a16:creationId xmlns:a16="http://schemas.microsoft.com/office/drawing/2014/main" id="{C20B5319-2B45-4252-BEAB-FDF0E14B7070}"/>
              </a:ext>
            </a:extLst>
          </p:cNvPr>
          <p:cNvSpPr>
            <a:spLocks noGrp="1"/>
          </p:cNvSpPr>
          <p:nvPr>
            <p:ph type="media" sz="quarter" idx="14" hasCustomPrompt="1"/>
          </p:nvPr>
        </p:nvSpPr>
        <p:spPr>
          <a:xfrm>
            <a:off x="6205728" y="1682496"/>
            <a:ext cx="5986272" cy="4425696"/>
          </a:xfrm>
        </p:spPr>
        <p:txBody>
          <a:bodyPr anchor="ctr"/>
          <a:lstStyle>
            <a:lvl1pPr algn="ctr">
              <a:defRPr/>
            </a:lvl1pPr>
          </a:lstStyle>
          <a:p>
            <a:r>
              <a:rPr lang="en-US" dirty="0"/>
              <a:t>Insert Media here</a:t>
            </a:r>
          </a:p>
        </p:txBody>
      </p:sp>
      <p:pic>
        <p:nvPicPr>
          <p:cNvPr id="13" name="Picture 12">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11" name="Footer Placeholder 6">
            <a:extLst>
              <a:ext uri="{FF2B5EF4-FFF2-40B4-BE49-F238E27FC236}">
                <a16:creationId xmlns:a16="http://schemas.microsoft.com/office/drawing/2014/main" id="{E99F6891-670E-0E4D-A987-9E8E855A2887}"/>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15099075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Header &amp; 2-Column (Numbered text on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6209792"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ClrTx/>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ClrTx/>
              <a:buFont typeface="Courier New" panose="02070309020205020404" pitchFamily="49" charset="0"/>
              <a:buChar char="o"/>
              <a:defRPr sz="1867"/>
            </a:lvl7pPr>
            <a:lvl8pPr marL="914377" indent="-304792">
              <a:buClrTx/>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512064" y="1682496"/>
            <a:ext cx="5486400"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06B50EE-F85F-414C-BE60-AD14E1007491}"/>
              </a:ext>
            </a:extLst>
          </p:cNvPr>
          <p:cNvSpPr>
            <a:spLocks noGrp="1"/>
          </p:cNvSpPr>
          <p:nvPr>
            <p:ph type="dt" sz="half" idx="10"/>
          </p:nvPr>
        </p:nvSpPr>
        <p:spPr/>
        <p:txBody>
          <a:bodyPr/>
          <a:lstStyle/>
          <a:p>
            <a:fld id="{3422654F-17B7-4958-B948-36D57110D1B7}" type="datetime1">
              <a:rPr lang="en-US" smtClean="0"/>
              <a:t>7/14/2020</a:t>
            </a:fld>
            <a:endParaRPr lang="en-US"/>
          </a:p>
        </p:txBody>
      </p:sp>
      <p:sp>
        <p:nvSpPr>
          <p:cNvPr id="7" name="Slide Number Placeholder 6">
            <a:extLst>
              <a:ext uri="{FF2B5EF4-FFF2-40B4-BE49-F238E27FC236}">
                <a16:creationId xmlns:a16="http://schemas.microsoft.com/office/drawing/2014/main" id="{ABBD98C7-B739-4171-A506-25C2647C38A7}"/>
              </a:ext>
            </a:extLst>
          </p:cNvPr>
          <p:cNvSpPr>
            <a:spLocks noGrp="1"/>
          </p:cNvSpPr>
          <p:nvPr>
            <p:ph type="sldNum" sz="quarter" idx="12"/>
          </p:nvPr>
        </p:nvSpPr>
        <p:spPr/>
        <p:txBody>
          <a:bodyPr/>
          <a:lstStyle/>
          <a:p>
            <a:fld id="{276352D4-1032-49E4-AB68-F7C321A9C807}" type="slidenum">
              <a:rPr lang="en-US" smtClean="0"/>
              <a:t>‹#›</a:t>
            </a:fld>
            <a:endParaRPr lang="en-US"/>
          </a:p>
        </p:txBody>
      </p:sp>
      <p:cxnSp>
        <p:nvCxnSpPr>
          <p:cNvPr id="10" name="Straight Connector 9">
            <a:extLst>
              <a:ext uri="{FF2B5EF4-FFF2-40B4-BE49-F238E27FC236}">
                <a16:creationId xmlns:a16="http://schemas.microsoft.com/office/drawing/2014/main" id="{AE871DB6-0162-4A88-A1DE-BA2AD504F4FC}"/>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11" name="Footer Placeholder 6">
            <a:extLst>
              <a:ext uri="{FF2B5EF4-FFF2-40B4-BE49-F238E27FC236}">
                <a16:creationId xmlns:a16="http://schemas.microsoft.com/office/drawing/2014/main" id="{7C0C360F-91A2-F444-8A7A-E8CA027E21A0}"/>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19320443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 Header, Picture &amp; Number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6209792"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ClrTx/>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ClrTx/>
              <a:buFont typeface="Courier New" panose="02070309020205020404" pitchFamily="49" charset="0"/>
              <a:buChar char="o"/>
              <a:defRPr sz="1867"/>
            </a:lvl7pPr>
            <a:lvl8pPr marL="914377" indent="-304792">
              <a:buClrTx/>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06B50EE-F85F-414C-BE60-AD14E1007491}"/>
              </a:ext>
            </a:extLst>
          </p:cNvPr>
          <p:cNvSpPr>
            <a:spLocks noGrp="1"/>
          </p:cNvSpPr>
          <p:nvPr>
            <p:ph type="dt" sz="half" idx="10"/>
          </p:nvPr>
        </p:nvSpPr>
        <p:spPr/>
        <p:txBody>
          <a:bodyPr/>
          <a:lstStyle/>
          <a:p>
            <a:fld id="{E287EC9F-21C7-4893-B939-9C276BE2401A}" type="datetime1">
              <a:rPr lang="en-US" smtClean="0"/>
              <a:t>7/14/2020</a:t>
            </a:fld>
            <a:endParaRPr lang="en-US"/>
          </a:p>
        </p:txBody>
      </p:sp>
      <p:sp>
        <p:nvSpPr>
          <p:cNvPr id="7" name="Slide Number Placeholder 6">
            <a:extLst>
              <a:ext uri="{FF2B5EF4-FFF2-40B4-BE49-F238E27FC236}">
                <a16:creationId xmlns:a16="http://schemas.microsoft.com/office/drawing/2014/main" id="{ABBD98C7-B739-4171-A506-25C2647C38A7}"/>
              </a:ext>
            </a:extLst>
          </p:cNvPr>
          <p:cNvSpPr>
            <a:spLocks noGrp="1"/>
          </p:cNvSpPr>
          <p:nvPr>
            <p:ph type="sldNum" sz="quarter" idx="12"/>
          </p:nvPr>
        </p:nvSpPr>
        <p:spPr/>
        <p:txBody>
          <a:bodyPr/>
          <a:lstStyle/>
          <a:p>
            <a:fld id="{276352D4-1032-49E4-AB68-F7C321A9C807}" type="slidenum">
              <a:rPr lang="en-US" smtClean="0"/>
              <a:t>‹#›</a:t>
            </a:fld>
            <a:endParaRPr lang="en-US"/>
          </a:p>
        </p:txBody>
      </p:sp>
      <p:cxnSp>
        <p:nvCxnSpPr>
          <p:cNvPr id="10" name="Straight Connector 9">
            <a:extLst>
              <a:ext uri="{FF2B5EF4-FFF2-40B4-BE49-F238E27FC236}">
                <a16:creationId xmlns:a16="http://schemas.microsoft.com/office/drawing/2014/main" id="{AE871DB6-0162-4A88-A1DE-BA2AD504F4FC}"/>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Picture Placeholder 7">
            <a:extLst>
              <a:ext uri="{FF2B5EF4-FFF2-40B4-BE49-F238E27FC236}">
                <a16:creationId xmlns:a16="http://schemas.microsoft.com/office/drawing/2014/main" id="{B791A77E-A9F3-439D-B41C-153F4D9DA613}"/>
              </a:ext>
            </a:extLst>
          </p:cNvPr>
          <p:cNvSpPr>
            <a:spLocks noGrp="1"/>
          </p:cNvSpPr>
          <p:nvPr>
            <p:ph type="pic" sz="quarter" idx="17"/>
          </p:nvPr>
        </p:nvSpPr>
        <p:spPr>
          <a:xfrm>
            <a:off x="1" y="1682496"/>
            <a:ext cx="5998464" cy="4425696"/>
          </a:xfrm>
          <a:prstGeom prst="rect">
            <a:avLst/>
          </a:prstGeom>
        </p:spPr>
        <p:txBody>
          <a:bodyPr anchor="ctr">
            <a:normAutofit/>
          </a:bodyPr>
          <a:lstStyle>
            <a:lvl1pPr marL="0" indent="0" algn="ctr">
              <a:buNone/>
              <a:defRPr>
                <a:solidFill>
                  <a:schemeClr val="tx2"/>
                </a:solidFill>
              </a:defRPr>
            </a:lvl1pPr>
          </a:lstStyle>
          <a:p>
            <a:r>
              <a:rPr lang="en-US"/>
              <a:t>Click icon to add picture</a:t>
            </a:r>
            <a:endParaRPr lang="en-US" dirty="0"/>
          </a:p>
        </p:txBody>
      </p:sp>
      <p:pic>
        <p:nvPicPr>
          <p:cNvPr id="13" name="Picture 12">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12" name="Footer Placeholder 6">
            <a:extLst>
              <a:ext uri="{FF2B5EF4-FFF2-40B4-BE49-F238E27FC236}">
                <a16:creationId xmlns:a16="http://schemas.microsoft.com/office/drawing/2014/main" id="{49FE3948-E772-9A44-88E5-88B8E648EF00}"/>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269583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 Header, Media &amp; Number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6209792"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ClrTx/>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ClrTx/>
              <a:buFont typeface="Courier New" panose="02070309020205020404" pitchFamily="49" charset="0"/>
              <a:buChar char="o"/>
              <a:defRPr sz="1867"/>
            </a:lvl7pPr>
            <a:lvl8pPr marL="914377" indent="-304792">
              <a:buClrTx/>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06B50EE-F85F-414C-BE60-AD14E1007491}"/>
              </a:ext>
            </a:extLst>
          </p:cNvPr>
          <p:cNvSpPr>
            <a:spLocks noGrp="1"/>
          </p:cNvSpPr>
          <p:nvPr>
            <p:ph type="dt" sz="half" idx="10"/>
          </p:nvPr>
        </p:nvSpPr>
        <p:spPr/>
        <p:txBody>
          <a:bodyPr/>
          <a:lstStyle/>
          <a:p>
            <a:fld id="{E3F00CBD-65A8-4849-A2FC-BBD11F4C4E64}" type="datetime1">
              <a:rPr lang="en-US" smtClean="0"/>
              <a:t>7/14/2020</a:t>
            </a:fld>
            <a:endParaRPr lang="en-US"/>
          </a:p>
        </p:txBody>
      </p:sp>
      <p:sp>
        <p:nvSpPr>
          <p:cNvPr id="7" name="Slide Number Placeholder 6">
            <a:extLst>
              <a:ext uri="{FF2B5EF4-FFF2-40B4-BE49-F238E27FC236}">
                <a16:creationId xmlns:a16="http://schemas.microsoft.com/office/drawing/2014/main" id="{ABBD98C7-B739-4171-A506-25C2647C38A7}"/>
              </a:ext>
            </a:extLst>
          </p:cNvPr>
          <p:cNvSpPr>
            <a:spLocks noGrp="1"/>
          </p:cNvSpPr>
          <p:nvPr>
            <p:ph type="sldNum" sz="quarter" idx="12"/>
          </p:nvPr>
        </p:nvSpPr>
        <p:spPr/>
        <p:txBody>
          <a:bodyPr/>
          <a:lstStyle/>
          <a:p>
            <a:fld id="{276352D4-1032-49E4-AB68-F7C321A9C807}" type="slidenum">
              <a:rPr lang="en-US" smtClean="0"/>
              <a:t>‹#›</a:t>
            </a:fld>
            <a:endParaRPr lang="en-US"/>
          </a:p>
        </p:txBody>
      </p:sp>
      <p:cxnSp>
        <p:nvCxnSpPr>
          <p:cNvPr id="10" name="Straight Connector 9">
            <a:extLst>
              <a:ext uri="{FF2B5EF4-FFF2-40B4-BE49-F238E27FC236}">
                <a16:creationId xmlns:a16="http://schemas.microsoft.com/office/drawing/2014/main" id="{AE871DB6-0162-4A88-A1DE-BA2AD504F4FC}"/>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Media Placeholder 7">
            <a:extLst>
              <a:ext uri="{FF2B5EF4-FFF2-40B4-BE49-F238E27FC236}">
                <a16:creationId xmlns:a16="http://schemas.microsoft.com/office/drawing/2014/main" id="{7A841180-8D0B-4829-9826-A334842E6739}"/>
              </a:ext>
            </a:extLst>
          </p:cNvPr>
          <p:cNvSpPr>
            <a:spLocks noGrp="1"/>
          </p:cNvSpPr>
          <p:nvPr>
            <p:ph type="media" sz="quarter" idx="14" hasCustomPrompt="1"/>
          </p:nvPr>
        </p:nvSpPr>
        <p:spPr>
          <a:xfrm>
            <a:off x="0" y="1682496"/>
            <a:ext cx="5998464" cy="4425696"/>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dirty="0"/>
              <a:t>Insert Media here</a:t>
            </a:r>
          </a:p>
        </p:txBody>
      </p:sp>
      <p:pic>
        <p:nvPicPr>
          <p:cNvPr id="11" name="Picture 10">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13" name="Footer Placeholder 6">
            <a:extLst>
              <a:ext uri="{FF2B5EF4-FFF2-40B4-BE49-F238E27FC236}">
                <a16:creationId xmlns:a16="http://schemas.microsoft.com/office/drawing/2014/main" id="{0FD2082F-8076-8C44-AA9F-309016D444D6}"/>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34985949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Advance Divider / Quot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81C643-B400-4457-BA76-DC5CEB304A51}"/>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1" y="0"/>
            <a:ext cx="1231769" cy="6858000"/>
          </a:xfrm>
          <a:prstGeom prst="rect">
            <a:avLst/>
          </a:prstGeom>
        </p:spPr>
      </p:pic>
      <p:sp>
        <p:nvSpPr>
          <p:cNvPr id="9" name="Text Placeholder 5">
            <a:extLst>
              <a:ext uri="{FF2B5EF4-FFF2-40B4-BE49-F238E27FC236}">
                <a16:creationId xmlns:a16="http://schemas.microsoft.com/office/drawing/2014/main" id="{B47FCECF-73EE-4938-97F6-6222F9DD4575}"/>
              </a:ext>
            </a:extLst>
          </p:cNvPr>
          <p:cNvSpPr>
            <a:spLocks noGrp="1"/>
          </p:cNvSpPr>
          <p:nvPr>
            <p:ph type="body" sz="quarter" idx="13"/>
          </p:nvPr>
        </p:nvSpPr>
        <p:spPr>
          <a:xfrm>
            <a:off x="1987296" y="1633728"/>
            <a:ext cx="8961120" cy="2292096"/>
          </a:xfrm>
        </p:spPr>
        <p:txBody>
          <a:bodyPr anchor="t" anchorCtr="0">
            <a:noAutofit/>
          </a:bodyPr>
          <a:lstStyle>
            <a:lvl1pPr>
              <a:defRPr sz="5867">
                <a:solidFill>
                  <a:schemeClr val="tx1"/>
                </a:solidFill>
              </a:defRPr>
            </a:lvl1pPr>
            <a:lvl2pPr marL="309026" indent="-309026">
              <a:buNone/>
              <a:defRPr sz="5867">
                <a:solidFill>
                  <a:schemeClr val="tx1"/>
                </a:solidFill>
              </a:defRPr>
            </a:lvl2pPr>
            <a:lvl3pPr marL="304792" indent="-304792">
              <a:buClrTx/>
              <a:buFont typeface="Arial" panose="020B0604020202020204" pitchFamily="34" charset="0"/>
              <a:buChar char="•"/>
              <a:defRPr>
                <a:solidFill>
                  <a:schemeClr val="tx1"/>
                </a:solidFill>
              </a:defRPr>
            </a:lvl3pPr>
            <a:lvl4pPr marL="0" indent="0">
              <a:buClrTx/>
              <a:buFont typeface="Arial" panose="020B0604020202020204" pitchFamily="34" charset="0"/>
              <a:buNone/>
              <a:defRPr sz="1600" i="1">
                <a:solidFill>
                  <a:schemeClr val="tx1"/>
                </a:solidFill>
              </a:defRPr>
            </a:lvl4pPr>
            <a:lvl5pPr marL="0" indent="0">
              <a:buClrTx/>
              <a:buFont typeface="Arial" panose="020B0604020202020204" pitchFamily="34" charset="0"/>
              <a:buNone/>
              <a:defRPr sz="1600" i="1">
                <a:solidFill>
                  <a:schemeClr val="tx1"/>
                </a:solidFill>
              </a:defRPr>
            </a:lvl5pPr>
            <a:lvl6pPr marL="0" indent="0">
              <a:buClrTx/>
              <a:buFont typeface="Arial" panose="020B0604020202020204" pitchFamily="34" charset="0"/>
              <a:buNone/>
              <a:defRPr sz="1600" i="1">
                <a:solidFill>
                  <a:schemeClr val="tx1"/>
                </a:solidFill>
              </a:defRPr>
            </a:lvl6pPr>
            <a:lvl7pPr marL="0" indent="0">
              <a:buClrTx/>
              <a:buNone/>
              <a:defRPr sz="1600" i="1">
                <a:solidFill>
                  <a:schemeClr val="tx1"/>
                </a:solidFill>
              </a:defRPr>
            </a:lvl7pPr>
            <a:lvl8pPr marL="0" indent="0">
              <a:buClrTx/>
              <a:buNone/>
              <a:defRPr sz="1600" i="1">
                <a:solidFill>
                  <a:schemeClr val="tx1"/>
                </a:solidFill>
              </a:defRPr>
            </a:lvl8pPr>
            <a:lvl9pPr marL="0" indent="0">
              <a:buClrTx/>
              <a:buFont typeface="Arial" panose="020B0604020202020204" pitchFamily="34" charset="0"/>
              <a:buNone/>
              <a:defRPr sz="1600" i="1">
                <a:solidFill>
                  <a:schemeClr val="tx1"/>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CAECB6D0-2A5A-4D58-8FE1-4A2994CDFC55}"/>
              </a:ext>
            </a:extLst>
          </p:cNvPr>
          <p:cNvSpPr>
            <a:spLocks noGrp="1"/>
          </p:cNvSpPr>
          <p:nvPr>
            <p:ph type="dt" sz="half" idx="14"/>
          </p:nvPr>
        </p:nvSpPr>
        <p:spPr>
          <a:xfrm>
            <a:off x="7315200" y="6400800"/>
            <a:ext cx="1219200" cy="207264"/>
          </a:xfrm>
        </p:spPr>
        <p:txBody>
          <a:bodyPr/>
          <a:lstStyle>
            <a:lvl1pPr>
              <a:defRPr>
                <a:solidFill>
                  <a:schemeClr val="tx1"/>
                </a:solidFill>
              </a:defRPr>
            </a:lvl1pPr>
          </a:lstStyle>
          <a:p>
            <a:fld id="{952AFCA9-3E85-478F-9563-48DB3849D82E}" type="datetime1">
              <a:rPr lang="en-US" smtClean="0"/>
              <a:t>7/14/2020</a:t>
            </a:fld>
            <a:endParaRPr lang="en-US"/>
          </a:p>
        </p:txBody>
      </p:sp>
      <p:sp>
        <p:nvSpPr>
          <p:cNvPr id="3" name="Footer Placeholder 2">
            <a:extLst>
              <a:ext uri="{FF2B5EF4-FFF2-40B4-BE49-F238E27FC236}">
                <a16:creationId xmlns:a16="http://schemas.microsoft.com/office/drawing/2014/main" id="{3315279A-CBE5-442B-9406-3D6FDD83D721}"/>
              </a:ext>
            </a:extLst>
          </p:cNvPr>
          <p:cNvSpPr>
            <a:spLocks noGrp="1"/>
          </p:cNvSpPr>
          <p:nvPr>
            <p:ph type="ftr" sz="quarter" idx="15"/>
          </p:nvPr>
        </p:nvSpPr>
        <p:spPr>
          <a:xfrm>
            <a:off x="1987295" y="6400800"/>
            <a:ext cx="6096000" cy="207264"/>
          </a:xfrm>
        </p:spPr>
        <p:txBody>
          <a:bodyPr/>
          <a:lstStyle>
            <a:lvl1pPr>
              <a:defRPr>
                <a:solidFill>
                  <a:schemeClr val="tx1"/>
                </a:solidFill>
              </a:defRPr>
            </a:lvl1pPr>
          </a:lstStyle>
          <a:p>
            <a:r>
              <a:rPr lang="en-US" smtClean="0"/>
              <a:t>© 2020 Cognizant</a:t>
            </a:r>
            <a:endParaRPr lang="en-US" dirty="0"/>
          </a:p>
        </p:txBody>
      </p:sp>
      <p:sp>
        <p:nvSpPr>
          <p:cNvPr id="4" name="Slide Number Placeholder 3">
            <a:extLst>
              <a:ext uri="{FF2B5EF4-FFF2-40B4-BE49-F238E27FC236}">
                <a16:creationId xmlns:a16="http://schemas.microsoft.com/office/drawing/2014/main" id="{9D1F1E75-A9F9-49B6-874A-F457E114ACD3}"/>
              </a:ext>
            </a:extLst>
          </p:cNvPr>
          <p:cNvSpPr>
            <a:spLocks noGrp="1"/>
          </p:cNvSpPr>
          <p:nvPr>
            <p:ph type="sldNum" sz="quarter" idx="16"/>
          </p:nvPr>
        </p:nvSpPr>
        <p:spPr bwMode="white">
          <a:xfrm>
            <a:off x="414528" y="6400800"/>
            <a:ext cx="304800" cy="207264"/>
          </a:xfrm>
        </p:spPr>
        <p:txBody>
          <a:bodyPr/>
          <a:lstStyle>
            <a:lvl1pPr>
              <a:defRPr>
                <a:solidFill>
                  <a:schemeClr val="bg1"/>
                </a:solidFill>
              </a:defRPr>
            </a:lvl1pPr>
          </a:lstStyle>
          <a:p>
            <a:fld id="{276352D4-1032-49E4-AB68-F7C321A9C807}" type="slidenum">
              <a:rPr lang="en-US" smtClean="0"/>
              <a:t>‹#›</a:t>
            </a:fld>
            <a:endParaRPr lang="en-US"/>
          </a:p>
        </p:txBody>
      </p:sp>
      <p:cxnSp>
        <p:nvCxnSpPr>
          <p:cNvPr id="10" name="Straight Connector 9">
            <a:extLst>
              <a:ext uri="{FF2B5EF4-FFF2-40B4-BE49-F238E27FC236}">
                <a16:creationId xmlns:a16="http://schemas.microsoft.com/office/drawing/2014/main" id="{F437EAAD-C2F6-40CC-8C2D-A4C3970B3E6F}"/>
              </a:ext>
            </a:extLst>
          </p:cNvPr>
          <p:cNvCxnSpPr>
            <a:cxnSpLocks/>
          </p:cNvCxnSpPr>
          <p:nvPr/>
        </p:nvCxnSpPr>
        <p:spPr>
          <a:xfrm>
            <a:off x="1987295" y="1463040"/>
            <a:ext cx="896112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DB0FBDCD-BEEF-402D-8FD6-B67C618D65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Tree>
    <p:extLst>
      <p:ext uri="{BB962C8B-B14F-4D97-AF65-F5344CB8AC3E}">
        <p14:creationId xmlns:p14="http://schemas.microsoft.com/office/powerpoint/2010/main" val="36502500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White Divider / Quote">
    <p:spTree>
      <p:nvGrpSpPr>
        <p:cNvPr id="1" name=""/>
        <p:cNvGrpSpPr/>
        <p:nvPr/>
      </p:nvGrpSpPr>
      <p:grpSpPr>
        <a:xfrm>
          <a:off x="0" y="0"/>
          <a:ext cx="0" cy="0"/>
          <a:chOff x="0" y="0"/>
          <a:chExt cx="0" cy="0"/>
        </a:xfrm>
      </p:grpSpPr>
      <p:sp>
        <p:nvSpPr>
          <p:cNvPr id="9" name="Text Placeholder 5">
            <a:extLst>
              <a:ext uri="{FF2B5EF4-FFF2-40B4-BE49-F238E27FC236}">
                <a16:creationId xmlns:a16="http://schemas.microsoft.com/office/drawing/2014/main" id="{B47FCECF-73EE-4938-97F6-6222F9DD4575}"/>
              </a:ext>
            </a:extLst>
          </p:cNvPr>
          <p:cNvSpPr>
            <a:spLocks noGrp="1"/>
          </p:cNvSpPr>
          <p:nvPr>
            <p:ph type="body" sz="quarter" idx="13"/>
          </p:nvPr>
        </p:nvSpPr>
        <p:spPr>
          <a:xfrm>
            <a:off x="743712" y="1633728"/>
            <a:ext cx="8961120" cy="2292096"/>
          </a:xfrm>
        </p:spPr>
        <p:txBody>
          <a:bodyPr anchor="t" anchorCtr="0">
            <a:noAutofit/>
          </a:bodyPr>
          <a:lstStyle>
            <a:lvl1pPr>
              <a:defRPr sz="5867">
                <a:solidFill>
                  <a:schemeClr val="tx1"/>
                </a:solidFill>
              </a:defRPr>
            </a:lvl1pPr>
            <a:lvl2pPr marL="309026" indent="-309026">
              <a:buNone/>
              <a:defRPr sz="5867">
                <a:solidFill>
                  <a:schemeClr val="tx1"/>
                </a:solidFill>
              </a:defRPr>
            </a:lvl2pPr>
            <a:lvl3pPr marL="304792" indent="-304792">
              <a:buClrTx/>
              <a:buSzPct val="125000"/>
              <a:buFont typeface="Arial" panose="020B0604020202020204" pitchFamily="34" charset="0"/>
              <a:buChar char="•"/>
              <a:defRPr>
                <a:solidFill>
                  <a:schemeClr val="tx1"/>
                </a:solidFill>
              </a:defRPr>
            </a:lvl3pPr>
            <a:lvl4pPr marL="0" indent="0">
              <a:buClrTx/>
              <a:buFont typeface="Arial" panose="020B0604020202020204" pitchFamily="34" charset="0"/>
              <a:buNone/>
              <a:defRPr sz="1600" i="1">
                <a:solidFill>
                  <a:schemeClr val="tx1"/>
                </a:solidFill>
              </a:defRPr>
            </a:lvl4pPr>
            <a:lvl5pPr marL="0" indent="0">
              <a:buClrTx/>
              <a:buFont typeface="Arial" panose="020B0604020202020204" pitchFamily="34" charset="0"/>
              <a:buNone/>
              <a:defRPr sz="1600" i="1">
                <a:solidFill>
                  <a:schemeClr val="tx1"/>
                </a:solidFill>
              </a:defRPr>
            </a:lvl5pPr>
            <a:lvl6pPr marL="0" indent="0">
              <a:buClrTx/>
              <a:buFont typeface="Arial" panose="020B0604020202020204" pitchFamily="34" charset="0"/>
              <a:buNone/>
              <a:defRPr sz="1600" i="1">
                <a:solidFill>
                  <a:schemeClr val="tx1"/>
                </a:solidFill>
                <a:latin typeface="+mn-lt"/>
              </a:defRPr>
            </a:lvl6pPr>
            <a:lvl7pPr marL="0" indent="0">
              <a:buClrTx/>
              <a:buFont typeface="Arial" panose="020B0604020202020204" pitchFamily="34" charset="0"/>
              <a:buNone/>
              <a:defRPr sz="1600" i="1">
                <a:solidFill>
                  <a:schemeClr val="tx1"/>
                </a:solidFill>
              </a:defRPr>
            </a:lvl7pPr>
            <a:lvl8pPr marL="0" indent="0">
              <a:buClrTx/>
              <a:buFont typeface="Arial" panose="020B0604020202020204" pitchFamily="34" charset="0"/>
              <a:buNone/>
              <a:defRPr sz="1600" i="1">
                <a:solidFill>
                  <a:schemeClr val="tx1"/>
                </a:solidFill>
              </a:defRPr>
            </a:lvl8pPr>
            <a:lvl9pPr marL="0" indent="0">
              <a:buClrTx/>
              <a:buFont typeface="Arial" panose="020B0604020202020204" pitchFamily="34" charset="0"/>
              <a:buNone/>
              <a:defRPr sz="1600" i="1">
                <a:solidFill>
                  <a:schemeClr val="tx1"/>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CAECB6D0-2A5A-4D58-8FE1-4A2994CDFC55}"/>
              </a:ext>
            </a:extLst>
          </p:cNvPr>
          <p:cNvSpPr>
            <a:spLocks noGrp="1"/>
          </p:cNvSpPr>
          <p:nvPr>
            <p:ph type="dt" sz="half" idx="14"/>
          </p:nvPr>
        </p:nvSpPr>
        <p:spPr/>
        <p:txBody>
          <a:bodyPr/>
          <a:lstStyle>
            <a:lvl1pPr>
              <a:defRPr>
                <a:solidFill>
                  <a:schemeClr val="tx1"/>
                </a:solidFill>
              </a:defRPr>
            </a:lvl1pPr>
          </a:lstStyle>
          <a:p>
            <a:fld id="{F016349A-A988-4301-8C12-86E9A91CD7E2}" type="datetime1">
              <a:rPr lang="en-US" smtClean="0"/>
              <a:t>7/14/2020</a:t>
            </a:fld>
            <a:endParaRPr lang="en-US"/>
          </a:p>
        </p:txBody>
      </p:sp>
      <p:sp>
        <p:nvSpPr>
          <p:cNvPr id="4" name="Slide Number Placeholder 3">
            <a:extLst>
              <a:ext uri="{FF2B5EF4-FFF2-40B4-BE49-F238E27FC236}">
                <a16:creationId xmlns:a16="http://schemas.microsoft.com/office/drawing/2014/main" id="{9D1F1E75-A9F9-49B6-874A-F457E114ACD3}"/>
              </a:ext>
            </a:extLst>
          </p:cNvPr>
          <p:cNvSpPr>
            <a:spLocks noGrp="1"/>
          </p:cNvSpPr>
          <p:nvPr>
            <p:ph type="sldNum" sz="quarter" idx="16"/>
          </p:nvPr>
        </p:nvSpPr>
        <p:spPr>
          <a:xfrm>
            <a:off x="414528" y="6400800"/>
            <a:ext cx="304800" cy="207264"/>
          </a:xfrm>
        </p:spPr>
        <p:txBody>
          <a:bodyPr/>
          <a:lstStyle>
            <a:lvl1pPr>
              <a:defRPr>
                <a:solidFill>
                  <a:schemeClr val="tx1"/>
                </a:solidFill>
              </a:defRPr>
            </a:lvl1pPr>
          </a:lstStyle>
          <a:p>
            <a:fld id="{276352D4-1032-49E4-AB68-F7C321A9C807}" type="slidenum">
              <a:rPr lang="en-US" smtClean="0"/>
              <a:t>‹#›</a:t>
            </a:fld>
            <a:endParaRPr lang="en-US"/>
          </a:p>
        </p:txBody>
      </p:sp>
      <p:cxnSp>
        <p:nvCxnSpPr>
          <p:cNvPr id="10" name="Straight Connector 9">
            <a:extLst>
              <a:ext uri="{FF2B5EF4-FFF2-40B4-BE49-F238E27FC236}">
                <a16:creationId xmlns:a16="http://schemas.microsoft.com/office/drawing/2014/main" id="{F437EAAD-C2F6-40CC-8C2D-A4C3970B3E6F}"/>
              </a:ext>
            </a:extLst>
          </p:cNvPr>
          <p:cNvCxnSpPr>
            <a:cxnSpLocks/>
          </p:cNvCxnSpPr>
          <p:nvPr/>
        </p:nvCxnSpPr>
        <p:spPr>
          <a:xfrm>
            <a:off x="743712" y="1463040"/>
            <a:ext cx="896112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8" name="Footer Placeholder 6">
            <a:extLst>
              <a:ext uri="{FF2B5EF4-FFF2-40B4-BE49-F238E27FC236}">
                <a16:creationId xmlns:a16="http://schemas.microsoft.com/office/drawing/2014/main" id="{68AC80E6-2235-044E-8210-9F3C17CEB690}"/>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3977463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Blue Divider / Quote">
    <p:bg>
      <p:bgPr>
        <a:solidFill>
          <a:schemeClr val="tx1"/>
        </a:solidFill>
        <a:effectLst/>
      </p:bgPr>
    </p:bg>
    <p:spTree>
      <p:nvGrpSpPr>
        <p:cNvPr id="1" name=""/>
        <p:cNvGrpSpPr/>
        <p:nvPr/>
      </p:nvGrpSpPr>
      <p:grpSpPr>
        <a:xfrm>
          <a:off x="0" y="0"/>
          <a:ext cx="0" cy="0"/>
          <a:chOff x="0" y="0"/>
          <a:chExt cx="0" cy="0"/>
        </a:xfrm>
      </p:grpSpPr>
      <p:sp>
        <p:nvSpPr>
          <p:cNvPr id="9" name="Text Placeholder 5">
            <a:extLst>
              <a:ext uri="{FF2B5EF4-FFF2-40B4-BE49-F238E27FC236}">
                <a16:creationId xmlns:a16="http://schemas.microsoft.com/office/drawing/2014/main" id="{B47FCECF-73EE-4938-97F6-6222F9DD4575}"/>
              </a:ext>
            </a:extLst>
          </p:cNvPr>
          <p:cNvSpPr>
            <a:spLocks noGrp="1"/>
          </p:cNvSpPr>
          <p:nvPr>
            <p:ph type="body" sz="quarter" idx="13"/>
          </p:nvPr>
        </p:nvSpPr>
        <p:spPr>
          <a:xfrm>
            <a:off x="743712" y="1633728"/>
            <a:ext cx="8961120" cy="2292096"/>
          </a:xfrm>
        </p:spPr>
        <p:txBody>
          <a:bodyPr anchor="t" anchorCtr="0">
            <a:noAutofit/>
          </a:bodyPr>
          <a:lstStyle>
            <a:lvl1pPr>
              <a:defRPr sz="5867">
                <a:solidFill>
                  <a:schemeClr val="bg1"/>
                </a:solidFill>
              </a:defRPr>
            </a:lvl1pPr>
            <a:lvl2pPr marL="309026" indent="-309026">
              <a:buNone/>
              <a:defRPr sz="5867">
                <a:solidFill>
                  <a:schemeClr val="bg1"/>
                </a:solidFill>
              </a:defRPr>
            </a:lvl2pPr>
            <a:lvl3pPr marL="304792" indent="-304792">
              <a:buClrTx/>
              <a:buSzPct val="125000"/>
              <a:buFont typeface="Arial" panose="020B0604020202020204" pitchFamily="34" charset="0"/>
              <a:buChar char="•"/>
              <a:defRPr>
                <a:solidFill>
                  <a:schemeClr val="bg1"/>
                </a:solidFill>
              </a:defRPr>
            </a:lvl3pPr>
            <a:lvl4pPr marL="0" indent="0">
              <a:buClrTx/>
              <a:buFont typeface="Arial" panose="020B0604020202020204" pitchFamily="34" charset="0"/>
              <a:buNone/>
              <a:defRPr sz="1600" i="1">
                <a:solidFill>
                  <a:schemeClr val="bg1"/>
                </a:solidFill>
                <a:latin typeface="+mn-lt"/>
              </a:defRPr>
            </a:lvl4pPr>
            <a:lvl5pPr marL="0" indent="0">
              <a:buClrTx/>
              <a:buFont typeface="Arial" panose="020B0604020202020204" pitchFamily="34" charset="0"/>
              <a:buNone/>
              <a:defRPr sz="1600" i="1">
                <a:solidFill>
                  <a:schemeClr val="bg1"/>
                </a:solidFill>
                <a:latin typeface="+mn-lt"/>
              </a:defRPr>
            </a:lvl5pPr>
            <a:lvl6pPr marL="0" indent="0">
              <a:buClrTx/>
              <a:buFont typeface="Arial" panose="020B0604020202020204" pitchFamily="34" charset="0"/>
              <a:buNone/>
              <a:defRPr sz="1600" i="1">
                <a:solidFill>
                  <a:schemeClr val="bg1"/>
                </a:solidFill>
                <a:latin typeface="+mn-lt"/>
              </a:defRPr>
            </a:lvl6pPr>
            <a:lvl7pPr marL="0" indent="0">
              <a:buClrTx/>
              <a:buFont typeface="Arial" panose="020B0604020202020204" pitchFamily="34" charset="0"/>
              <a:buNone/>
              <a:defRPr sz="1600" i="1">
                <a:solidFill>
                  <a:schemeClr val="bg1"/>
                </a:solidFill>
                <a:latin typeface="+mn-lt"/>
              </a:defRPr>
            </a:lvl7pPr>
            <a:lvl8pPr marL="0" indent="0">
              <a:buClrTx/>
              <a:buFont typeface="Arial" panose="020B0604020202020204" pitchFamily="34" charset="0"/>
              <a:buNone/>
              <a:defRPr sz="1600" i="1">
                <a:solidFill>
                  <a:schemeClr val="bg1"/>
                </a:solidFill>
                <a:latin typeface="+mn-lt"/>
              </a:defRPr>
            </a:lvl8pPr>
            <a:lvl9pPr marL="0" indent="0">
              <a:buClrTx/>
              <a:buFont typeface="Arial" panose="020B0604020202020204" pitchFamily="34" charset="0"/>
              <a:buNone/>
              <a:defRPr sz="1600" i="1">
                <a:solidFill>
                  <a:schemeClr val="bg1"/>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CAECB6D0-2A5A-4D58-8FE1-4A2994CDFC55}"/>
              </a:ext>
            </a:extLst>
          </p:cNvPr>
          <p:cNvSpPr>
            <a:spLocks noGrp="1"/>
          </p:cNvSpPr>
          <p:nvPr>
            <p:ph type="dt" sz="half" idx="14"/>
          </p:nvPr>
        </p:nvSpPr>
        <p:spPr/>
        <p:txBody>
          <a:bodyPr/>
          <a:lstStyle>
            <a:lvl1pPr>
              <a:defRPr>
                <a:solidFill>
                  <a:schemeClr val="bg1"/>
                </a:solidFill>
              </a:defRPr>
            </a:lvl1pPr>
          </a:lstStyle>
          <a:p>
            <a:fld id="{976B817C-3BF8-4C5D-8738-E481F3B9198A}" type="datetime1">
              <a:rPr lang="en-US" smtClean="0"/>
              <a:t>7/14/2020</a:t>
            </a:fld>
            <a:endParaRPr lang="en-US"/>
          </a:p>
        </p:txBody>
      </p:sp>
      <p:sp>
        <p:nvSpPr>
          <p:cNvPr id="3" name="Footer Placeholder 2">
            <a:extLst>
              <a:ext uri="{FF2B5EF4-FFF2-40B4-BE49-F238E27FC236}">
                <a16:creationId xmlns:a16="http://schemas.microsoft.com/office/drawing/2014/main" id="{3315279A-CBE5-442B-9406-3D6FDD83D721}"/>
              </a:ext>
            </a:extLst>
          </p:cNvPr>
          <p:cNvSpPr>
            <a:spLocks noGrp="1"/>
          </p:cNvSpPr>
          <p:nvPr>
            <p:ph type="ftr" sz="quarter" idx="15"/>
          </p:nvPr>
        </p:nvSpPr>
        <p:spPr>
          <a:xfrm>
            <a:off x="743712" y="6400800"/>
            <a:ext cx="6096000" cy="20726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smtClean="0"/>
              <a:t>© 2020 Cognizant</a:t>
            </a:r>
            <a:endParaRPr lang="en-US" dirty="0"/>
          </a:p>
        </p:txBody>
      </p:sp>
      <p:sp>
        <p:nvSpPr>
          <p:cNvPr id="4" name="Slide Number Placeholder 3">
            <a:extLst>
              <a:ext uri="{FF2B5EF4-FFF2-40B4-BE49-F238E27FC236}">
                <a16:creationId xmlns:a16="http://schemas.microsoft.com/office/drawing/2014/main" id="{9D1F1E75-A9F9-49B6-874A-F457E114ACD3}"/>
              </a:ext>
            </a:extLst>
          </p:cNvPr>
          <p:cNvSpPr>
            <a:spLocks noGrp="1"/>
          </p:cNvSpPr>
          <p:nvPr>
            <p:ph type="sldNum" sz="quarter" idx="16"/>
          </p:nvPr>
        </p:nvSpPr>
        <p:spPr>
          <a:xfrm>
            <a:off x="414528" y="6400800"/>
            <a:ext cx="304800" cy="207264"/>
          </a:xfrm>
        </p:spPr>
        <p:txBody>
          <a:bodyPr/>
          <a:lstStyle>
            <a:lvl1pPr>
              <a:defRPr>
                <a:solidFill>
                  <a:schemeClr val="bg1"/>
                </a:solidFill>
              </a:defRPr>
            </a:lvl1pPr>
          </a:lstStyle>
          <a:p>
            <a:fld id="{276352D4-1032-49E4-AB68-F7C321A9C807}" type="slidenum">
              <a:rPr lang="en-US" smtClean="0"/>
              <a:t>‹#›</a:t>
            </a:fld>
            <a:endParaRPr lang="en-US"/>
          </a:p>
        </p:txBody>
      </p:sp>
      <p:cxnSp>
        <p:nvCxnSpPr>
          <p:cNvPr id="10" name="Straight Connector 9">
            <a:extLst>
              <a:ext uri="{FF2B5EF4-FFF2-40B4-BE49-F238E27FC236}">
                <a16:creationId xmlns:a16="http://schemas.microsoft.com/office/drawing/2014/main" id="{F437EAAD-C2F6-40CC-8C2D-A4C3970B3E6F}"/>
              </a:ext>
            </a:extLst>
          </p:cNvPr>
          <p:cNvCxnSpPr>
            <a:cxnSpLocks/>
          </p:cNvCxnSpPr>
          <p:nvPr/>
        </p:nvCxnSpPr>
        <p:spPr>
          <a:xfrm>
            <a:off x="743712" y="1463040"/>
            <a:ext cx="89611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D42CD7C5-2D34-4C27-8DA0-D81A9530F1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Tree>
    <p:extLst>
      <p:ext uri="{BB962C8B-B14F-4D97-AF65-F5344CB8AC3E}">
        <p14:creationId xmlns:p14="http://schemas.microsoft.com/office/powerpoint/2010/main" val="8710441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Header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E48B4-F4ED-4DA0-AE35-136D1133A4FD}"/>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D65DC66A-BAB7-4355-9ED4-0CA743C61960}"/>
              </a:ext>
            </a:extLst>
          </p:cNvPr>
          <p:cNvSpPr>
            <a:spLocks noGrp="1"/>
          </p:cNvSpPr>
          <p:nvPr>
            <p:ph type="dt" sz="half" idx="10"/>
          </p:nvPr>
        </p:nvSpPr>
        <p:spPr/>
        <p:txBody>
          <a:bodyPr/>
          <a:lstStyle/>
          <a:p>
            <a:fld id="{6AD38A13-B2DF-4AF9-A5D5-84149496BD63}" type="datetime1">
              <a:rPr lang="en-US" smtClean="0"/>
              <a:t>7/14/2020</a:t>
            </a:fld>
            <a:endParaRPr lang="en-US"/>
          </a:p>
        </p:txBody>
      </p:sp>
      <p:sp>
        <p:nvSpPr>
          <p:cNvPr id="8" name="Slide Number Placeholder 7">
            <a:extLst>
              <a:ext uri="{FF2B5EF4-FFF2-40B4-BE49-F238E27FC236}">
                <a16:creationId xmlns:a16="http://schemas.microsoft.com/office/drawing/2014/main" id="{6049D8E0-67E3-4D7E-847C-95CFA1F84B8F}"/>
              </a:ext>
            </a:extLst>
          </p:cNvPr>
          <p:cNvSpPr>
            <a:spLocks noGrp="1"/>
          </p:cNvSpPr>
          <p:nvPr>
            <p:ph type="sldNum" sz="quarter" idx="12"/>
          </p:nvPr>
        </p:nvSpPr>
        <p:spPr/>
        <p:txBody>
          <a:bodyPr/>
          <a:lstStyle/>
          <a:p>
            <a:fld id="{276352D4-1032-49E4-AB68-F7C321A9C807}" type="slidenum">
              <a:rPr lang="en-US" smtClean="0"/>
              <a:t>‹#›</a:t>
            </a:fld>
            <a:endParaRPr lang="en-US"/>
          </a:p>
        </p:txBody>
      </p:sp>
      <p:cxnSp>
        <p:nvCxnSpPr>
          <p:cNvPr id="13" name="Straight Connector 12">
            <a:extLst>
              <a:ext uri="{FF2B5EF4-FFF2-40B4-BE49-F238E27FC236}">
                <a16:creationId xmlns:a16="http://schemas.microsoft.com/office/drawing/2014/main" id="{1A92D58F-27A5-440B-BDDC-757CC6F1E323}"/>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9" name="Footer Placeholder 6">
            <a:extLst>
              <a:ext uri="{FF2B5EF4-FFF2-40B4-BE49-F238E27FC236}">
                <a16:creationId xmlns:a16="http://schemas.microsoft.com/office/drawing/2014/main" id="{220DD30C-ECD1-1644-A959-390252A67792}"/>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10012988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Header &amp; Image">
    <p:spTree>
      <p:nvGrpSpPr>
        <p:cNvPr id="1" name=""/>
        <p:cNvGrpSpPr/>
        <p:nvPr/>
      </p:nvGrpSpPr>
      <p:grpSpPr>
        <a:xfrm>
          <a:off x="0" y="0"/>
          <a:ext cx="0" cy="0"/>
          <a:chOff x="0" y="0"/>
          <a:chExt cx="0" cy="0"/>
        </a:xfrm>
      </p:grpSpPr>
      <p:sp>
        <p:nvSpPr>
          <p:cNvPr id="10" name="Picture Placeholder 7"/>
          <p:cNvSpPr>
            <a:spLocks noGrp="1"/>
          </p:cNvSpPr>
          <p:nvPr>
            <p:ph type="pic" sz="quarter" idx="13" hasCustomPrompt="1"/>
          </p:nvPr>
        </p:nvSpPr>
        <p:spPr>
          <a:xfrm>
            <a:off x="0" y="0"/>
            <a:ext cx="12192000" cy="6096000"/>
          </a:xfrm>
          <a:prstGeom prst="rect">
            <a:avLst/>
          </a:prstGeom>
        </p:spPr>
        <p:txBody>
          <a:bodyPr anchor="ctr">
            <a:normAutofit/>
          </a:bodyP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solidFill>
                  <a:schemeClr val="tx2"/>
                </a:solidFill>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dirty="0"/>
              <a:t>Drag picture to placeholder or click icon to add</a:t>
            </a:r>
          </a:p>
        </p:txBody>
      </p:sp>
      <p:sp>
        <p:nvSpPr>
          <p:cNvPr id="8" name="Title 1">
            <a:extLst>
              <a:ext uri="{FF2B5EF4-FFF2-40B4-BE49-F238E27FC236}">
                <a16:creationId xmlns:a16="http://schemas.microsoft.com/office/drawing/2014/main" id="{C5A1AF48-9BFD-46FF-86A7-B55749512673}"/>
              </a:ext>
            </a:extLst>
          </p:cNvPr>
          <p:cNvSpPr>
            <a:spLocks noGrp="1"/>
          </p:cNvSpPr>
          <p:nvPr>
            <p:ph type="title"/>
          </p:nvPr>
        </p:nvSpPr>
        <p:spPr>
          <a:xfrm>
            <a:off x="512065" y="365760"/>
            <a:ext cx="11176583" cy="1060704"/>
          </a:xfrm>
        </p:spPr>
        <p:txBody>
          <a:bodyPr/>
          <a:lstStyle/>
          <a:p>
            <a:r>
              <a:rPr lang="en-US"/>
              <a:t>Click to edit Master title style</a:t>
            </a:r>
            <a:endParaRPr lang="en-US" dirty="0"/>
          </a:p>
        </p:txBody>
      </p:sp>
      <p:sp>
        <p:nvSpPr>
          <p:cNvPr id="2" name="Date Placeholder 1">
            <a:extLst>
              <a:ext uri="{FF2B5EF4-FFF2-40B4-BE49-F238E27FC236}">
                <a16:creationId xmlns:a16="http://schemas.microsoft.com/office/drawing/2014/main" id="{640A9DCA-C8FA-4C09-B99A-DC34A0B4293F}"/>
              </a:ext>
            </a:extLst>
          </p:cNvPr>
          <p:cNvSpPr>
            <a:spLocks noGrp="1"/>
          </p:cNvSpPr>
          <p:nvPr>
            <p:ph type="dt" sz="half" idx="14"/>
          </p:nvPr>
        </p:nvSpPr>
        <p:spPr/>
        <p:txBody>
          <a:bodyPr/>
          <a:lstStyle/>
          <a:p>
            <a:fld id="{66A6EA21-38F4-45CF-8873-3FAB15F54E64}" type="datetime1">
              <a:rPr lang="en-US" smtClean="0"/>
              <a:t>7/14/2020</a:t>
            </a:fld>
            <a:endParaRPr lang="en-US"/>
          </a:p>
        </p:txBody>
      </p:sp>
      <p:sp>
        <p:nvSpPr>
          <p:cNvPr id="5" name="Slide Number Placeholder 4">
            <a:extLst>
              <a:ext uri="{FF2B5EF4-FFF2-40B4-BE49-F238E27FC236}">
                <a16:creationId xmlns:a16="http://schemas.microsoft.com/office/drawing/2014/main" id="{4ED1AAD6-6BF9-44BD-8B5E-441D9E17EC63}"/>
              </a:ext>
            </a:extLst>
          </p:cNvPr>
          <p:cNvSpPr>
            <a:spLocks noGrp="1"/>
          </p:cNvSpPr>
          <p:nvPr>
            <p:ph type="sldNum" sz="quarter" idx="16"/>
          </p:nvPr>
        </p:nvSpPr>
        <p:spPr/>
        <p:txBody>
          <a:bodyPr/>
          <a:lstStyle/>
          <a:p>
            <a:fld id="{276352D4-1032-49E4-AB68-F7C321A9C807}" type="slidenum">
              <a:rPr lang="en-US" smtClean="0"/>
              <a:t>‹#›</a:t>
            </a:fld>
            <a:endParaRPr lang="en-US"/>
          </a:p>
        </p:txBody>
      </p:sp>
      <p:cxnSp>
        <p:nvCxnSpPr>
          <p:cNvPr id="13" name="Straight Connector 12">
            <a:extLst>
              <a:ext uri="{FF2B5EF4-FFF2-40B4-BE49-F238E27FC236}">
                <a16:creationId xmlns:a16="http://schemas.microsoft.com/office/drawing/2014/main" id="{D3E2704D-D973-44F5-AFE3-5458B42961F6}"/>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9" name="Footer Placeholder 6">
            <a:extLst>
              <a:ext uri="{FF2B5EF4-FFF2-40B4-BE49-F238E27FC236}">
                <a16:creationId xmlns:a16="http://schemas.microsoft.com/office/drawing/2014/main" id="{8BF12C99-8EA9-8543-A541-43D938AB6439}"/>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22582771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Image Only">
    <p:spTree>
      <p:nvGrpSpPr>
        <p:cNvPr id="1" name=""/>
        <p:cNvGrpSpPr/>
        <p:nvPr/>
      </p:nvGrpSpPr>
      <p:grpSpPr>
        <a:xfrm>
          <a:off x="0" y="0"/>
          <a:ext cx="0" cy="0"/>
          <a:chOff x="0" y="0"/>
          <a:chExt cx="0" cy="0"/>
        </a:xfrm>
      </p:grpSpPr>
      <p:sp>
        <p:nvSpPr>
          <p:cNvPr id="10" name="Picture Placeholder 7"/>
          <p:cNvSpPr>
            <a:spLocks noGrp="1"/>
          </p:cNvSpPr>
          <p:nvPr>
            <p:ph type="pic" sz="quarter" idx="13" hasCustomPrompt="1"/>
          </p:nvPr>
        </p:nvSpPr>
        <p:spPr>
          <a:xfrm>
            <a:off x="0" y="0"/>
            <a:ext cx="12192000" cy="6096000"/>
          </a:xfrm>
          <a:prstGeom prst="rect">
            <a:avLst/>
          </a:prstGeom>
        </p:spPr>
        <p:txBody>
          <a:bodyPr anchor="ctr">
            <a:normAutofit/>
          </a:bodyP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solidFill>
                  <a:schemeClr val="tx2"/>
                </a:solidFill>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dirty="0"/>
              <a:t>Drag picture to placeholder or click icon to add</a:t>
            </a:r>
          </a:p>
        </p:txBody>
      </p:sp>
      <p:sp>
        <p:nvSpPr>
          <p:cNvPr id="2" name="Date Placeholder 1">
            <a:extLst>
              <a:ext uri="{FF2B5EF4-FFF2-40B4-BE49-F238E27FC236}">
                <a16:creationId xmlns:a16="http://schemas.microsoft.com/office/drawing/2014/main" id="{879723C8-B7B3-4950-BDEC-A8C820F2E9F0}"/>
              </a:ext>
            </a:extLst>
          </p:cNvPr>
          <p:cNvSpPr>
            <a:spLocks noGrp="1"/>
          </p:cNvSpPr>
          <p:nvPr>
            <p:ph type="dt" sz="half" idx="14"/>
          </p:nvPr>
        </p:nvSpPr>
        <p:spPr/>
        <p:txBody>
          <a:bodyPr/>
          <a:lstStyle/>
          <a:p>
            <a:fld id="{5F913796-23E1-441A-9C7E-ACED1EAC0441}" type="datetime1">
              <a:rPr lang="en-US" smtClean="0"/>
              <a:t>7/14/2020</a:t>
            </a:fld>
            <a:endParaRPr lang="en-US"/>
          </a:p>
        </p:txBody>
      </p:sp>
      <p:sp>
        <p:nvSpPr>
          <p:cNvPr id="4" name="Slide Number Placeholder 3">
            <a:extLst>
              <a:ext uri="{FF2B5EF4-FFF2-40B4-BE49-F238E27FC236}">
                <a16:creationId xmlns:a16="http://schemas.microsoft.com/office/drawing/2014/main" id="{78CF68D0-3D52-4AAE-BAD5-E685A44EC437}"/>
              </a:ext>
            </a:extLst>
          </p:cNvPr>
          <p:cNvSpPr>
            <a:spLocks noGrp="1"/>
          </p:cNvSpPr>
          <p:nvPr>
            <p:ph type="sldNum" sz="quarter" idx="16"/>
          </p:nvPr>
        </p:nvSpPr>
        <p:spPr/>
        <p:txBody>
          <a:bodyPr/>
          <a:lstStyle/>
          <a:p>
            <a:fld id="{276352D4-1032-49E4-AB68-F7C321A9C807}" type="slidenum">
              <a:rPr lang="en-US" smtClean="0"/>
              <a:t>‹#›</a:t>
            </a:fld>
            <a:endParaRPr lang="en-US"/>
          </a:p>
        </p:txBody>
      </p:sp>
      <p:cxnSp>
        <p:nvCxnSpPr>
          <p:cNvPr id="11" name="Straight Connector 10">
            <a:extLst>
              <a:ext uri="{FF2B5EF4-FFF2-40B4-BE49-F238E27FC236}">
                <a16:creationId xmlns:a16="http://schemas.microsoft.com/office/drawing/2014/main" id="{AAC0B7B8-5D2E-4DC2-8ED6-129DC4E412E4}"/>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8" name="Footer Placeholder 6">
            <a:extLst>
              <a:ext uri="{FF2B5EF4-FFF2-40B4-BE49-F238E27FC236}">
                <a16:creationId xmlns:a16="http://schemas.microsoft.com/office/drawing/2014/main" id="{ECFB6863-B5B7-0140-85FD-02621B513A99}"/>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2270650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 &amp; Image">
    <p:spTree>
      <p:nvGrpSpPr>
        <p:cNvPr id="1" name=""/>
        <p:cNvGrpSpPr/>
        <p:nvPr/>
      </p:nvGrpSpPr>
      <p:grpSpPr>
        <a:xfrm>
          <a:off x="0" y="0"/>
          <a:ext cx="0" cy="0"/>
          <a:chOff x="0" y="0"/>
          <a:chExt cx="0" cy="0"/>
        </a:xfrm>
      </p:grpSpPr>
      <p:sp>
        <p:nvSpPr>
          <p:cNvPr id="7" name="Picture Placeholder 7"/>
          <p:cNvSpPr>
            <a:spLocks noGrp="1"/>
          </p:cNvSpPr>
          <p:nvPr>
            <p:ph type="pic" sz="quarter" idx="13"/>
          </p:nvPr>
        </p:nvSpPr>
        <p:spPr>
          <a:xfrm>
            <a:off x="1" y="4267200"/>
            <a:ext cx="12191999" cy="1828800"/>
          </a:xfrm>
          <a:prstGeom prst="rect">
            <a:avLst/>
          </a:prstGeom>
        </p:spPr>
        <p:txBody>
          <a:bodyPr anchor="ctr">
            <a:normAutofit/>
          </a:bodyPr>
          <a:lstStyle>
            <a:lvl1pPr marL="0" indent="0" algn="ctr">
              <a:buNone/>
              <a:defRPr>
                <a:solidFill>
                  <a:schemeClr val="tx2"/>
                </a:solidFill>
              </a:defRPr>
            </a:lvl1pPr>
          </a:lstStyle>
          <a:p>
            <a:r>
              <a:rPr lang="en-US"/>
              <a:t>Click icon to add picture</a:t>
            </a:r>
            <a:endParaRPr lang="en-US" dirty="0"/>
          </a:p>
        </p:txBody>
      </p:sp>
      <p:sp>
        <p:nvSpPr>
          <p:cNvPr id="10" name="Content Placeholder 8">
            <a:extLst>
              <a:ext uri="{FF2B5EF4-FFF2-40B4-BE49-F238E27FC236}">
                <a16:creationId xmlns:a16="http://schemas.microsoft.com/office/drawing/2014/main" id="{A6472576-AA86-442F-942A-4D33C4E2B313}"/>
              </a:ext>
            </a:extLst>
          </p:cNvPr>
          <p:cNvSpPr>
            <a:spLocks noGrp="1"/>
          </p:cNvSpPr>
          <p:nvPr>
            <p:ph sz="quarter" idx="16"/>
          </p:nvPr>
        </p:nvSpPr>
        <p:spPr>
          <a:xfrm>
            <a:off x="512064" y="365760"/>
            <a:ext cx="11180064" cy="365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7D071916-F690-4209-B46C-EC1B2FCDBE7A}"/>
              </a:ext>
            </a:extLst>
          </p:cNvPr>
          <p:cNvSpPr>
            <a:spLocks noGrp="1"/>
          </p:cNvSpPr>
          <p:nvPr>
            <p:ph type="dt" sz="half" idx="17"/>
          </p:nvPr>
        </p:nvSpPr>
        <p:spPr/>
        <p:txBody>
          <a:bodyPr/>
          <a:lstStyle/>
          <a:p>
            <a:fld id="{AF060C80-704F-43B2-99E2-DE75684A45BB}" type="datetime1">
              <a:rPr lang="en-US" smtClean="0"/>
              <a:t>7/14/2020</a:t>
            </a:fld>
            <a:endParaRPr lang="en-US"/>
          </a:p>
        </p:txBody>
      </p:sp>
      <p:sp>
        <p:nvSpPr>
          <p:cNvPr id="4" name="Slide Number Placeholder 3">
            <a:extLst>
              <a:ext uri="{FF2B5EF4-FFF2-40B4-BE49-F238E27FC236}">
                <a16:creationId xmlns:a16="http://schemas.microsoft.com/office/drawing/2014/main" id="{A7C8C4C5-03BD-4CB4-9145-5AD4CD061F5B}"/>
              </a:ext>
            </a:extLst>
          </p:cNvPr>
          <p:cNvSpPr>
            <a:spLocks noGrp="1"/>
          </p:cNvSpPr>
          <p:nvPr>
            <p:ph type="sldNum" sz="quarter" idx="19"/>
          </p:nvPr>
        </p:nvSpPr>
        <p:spPr/>
        <p:txBody>
          <a:bodyPr/>
          <a:lstStyle/>
          <a:p>
            <a:fld id="{276352D4-1032-49E4-AB68-F7C321A9C807}" type="slidenum">
              <a:rPr lang="en-US" smtClean="0"/>
              <a:t>‹#›</a:t>
            </a:fld>
            <a:endParaRPr lang="en-US"/>
          </a:p>
        </p:txBody>
      </p:sp>
      <p:cxnSp>
        <p:nvCxnSpPr>
          <p:cNvPr id="12" name="Straight Connector 11">
            <a:extLst>
              <a:ext uri="{FF2B5EF4-FFF2-40B4-BE49-F238E27FC236}">
                <a16:creationId xmlns:a16="http://schemas.microsoft.com/office/drawing/2014/main" id="{C0861592-E564-44B4-A852-0D4E56011C1F}"/>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9" name="Footer Placeholder 6">
            <a:extLst>
              <a:ext uri="{FF2B5EF4-FFF2-40B4-BE49-F238E27FC236}">
                <a16:creationId xmlns:a16="http://schemas.microsoft.com/office/drawing/2014/main" id="{974595DE-7C5A-1440-A295-B38887382F25}"/>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28185299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Media Only">
    <p:spTree>
      <p:nvGrpSpPr>
        <p:cNvPr id="1" name=""/>
        <p:cNvGrpSpPr/>
        <p:nvPr/>
      </p:nvGrpSpPr>
      <p:grpSpPr>
        <a:xfrm>
          <a:off x="0" y="0"/>
          <a:ext cx="0" cy="0"/>
          <a:chOff x="0" y="0"/>
          <a:chExt cx="0" cy="0"/>
        </a:xfrm>
      </p:grpSpPr>
      <p:sp>
        <p:nvSpPr>
          <p:cNvPr id="4" name="Picture Placeholder 3"/>
          <p:cNvSpPr>
            <a:spLocks noGrp="1"/>
          </p:cNvSpPr>
          <p:nvPr>
            <p:ph type="pic" sz="quarter" idx="13" hasCustomPrompt="1"/>
          </p:nvPr>
        </p:nvSpPr>
        <p:spPr>
          <a:xfrm>
            <a:off x="0" y="0"/>
            <a:ext cx="12192000" cy="6096000"/>
          </a:xfrm>
          <a:prstGeom prst="rect">
            <a:avLst/>
          </a:prstGeom>
        </p:spPr>
        <p:txBody>
          <a:bodyPr vert="horz" anchor="ctr"/>
          <a:lstStyle>
            <a:lvl1pPr marL="0" indent="0" algn="ctr">
              <a:buNone/>
              <a:defRPr>
                <a:solidFill>
                  <a:schemeClr val="tx2"/>
                </a:solidFill>
              </a:defRPr>
            </a:lvl1pPr>
          </a:lstStyle>
          <a:p>
            <a:r>
              <a:rPr lang="en-US" dirty="0"/>
              <a:t>Insert media here</a:t>
            </a:r>
          </a:p>
        </p:txBody>
      </p:sp>
      <p:sp>
        <p:nvSpPr>
          <p:cNvPr id="2" name="Date Placeholder 1">
            <a:extLst>
              <a:ext uri="{FF2B5EF4-FFF2-40B4-BE49-F238E27FC236}">
                <a16:creationId xmlns:a16="http://schemas.microsoft.com/office/drawing/2014/main" id="{FAD9B5BD-B7AB-4911-895E-9E202985C17D}"/>
              </a:ext>
            </a:extLst>
          </p:cNvPr>
          <p:cNvSpPr>
            <a:spLocks noGrp="1"/>
          </p:cNvSpPr>
          <p:nvPr>
            <p:ph type="dt" sz="half" idx="14"/>
          </p:nvPr>
        </p:nvSpPr>
        <p:spPr/>
        <p:txBody>
          <a:bodyPr/>
          <a:lstStyle/>
          <a:p>
            <a:fld id="{D3DC4B08-FA67-41DA-B585-1B21E50A7E6B}" type="datetime1">
              <a:rPr lang="en-US" smtClean="0"/>
              <a:t>7/14/2020</a:t>
            </a:fld>
            <a:endParaRPr lang="en-US"/>
          </a:p>
        </p:txBody>
      </p:sp>
      <p:sp>
        <p:nvSpPr>
          <p:cNvPr id="6" name="Slide Number Placeholder 5">
            <a:extLst>
              <a:ext uri="{FF2B5EF4-FFF2-40B4-BE49-F238E27FC236}">
                <a16:creationId xmlns:a16="http://schemas.microsoft.com/office/drawing/2014/main" id="{75981F65-3889-43EC-925C-AE198E6C390E}"/>
              </a:ext>
            </a:extLst>
          </p:cNvPr>
          <p:cNvSpPr>
            <a:spLocks noGrp="1"/>
          </p:cNvSpPr>
          <p:nvPr>
            <p:ph type="sldNum" sz="quarter" idx="16"/>
          </p:nvPr>
        </p:nvSpPr>
        <p:spPr/>
        <p:txBody>
          <a:bodyPr/>
          <a:lstStyle/>
          <a:p>
            <a:fld id="{276352D4-1032-49E4-AB68-F7C321A9C807}" type="slidenum">
              <a:rPr lang="en-US" smtClean="0"/>
              <a:t>‹#›</a:t>
            </a:fld>
            <a:endParaRPr lang="en-US"/>
          </a:p>
        </p:txBody>
      </p:sp>
      <p:cxnSp>
        <p:nvCxnSpPr>
          <p:cNvPr id="10" name="Straight Connector 9">
            <a:extLst>
              <a:ext uri="{FF2B5EF4-FFF2-40B4-BE49-F238E27FC236}">
                <a16:creationId xmlns:a16="http://schemas.microsoft.com/office/drawing/2014/main" id="{EBA89284-C4DA-40FB-8673-D09F327E1187}"/>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8" name="Footer Placeholder 6">
            <a:extLst>
              <a:ext uri="{FF2B5EF4-FFF2-40B4-BE49-F238E27FC236}">
                <a16:creationId xmlns:a16="http://schemas.microsoft.com/office/drawing/2014/main" id="{2D5E5937-0AE7-5C4F-B62B-F0885DA727B5}"/>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5479518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Header &amp; Media">
    <p:spTree>
      <p:nvGrpSpPr>
        <p:cNvPr id="1" name=""/>
        <p:cNvGrpSpPr/>
        <p:nvPr/>
      </p:nvGrpSpPr>
      <p:grpSpPr>
        <a:xfrm>
          <a:off x="0" y="0"/>
          <a:ext cx="0" cy="0"/>
          <a:chOff x="0" y="0"/>
          <a:chExt cx="0" cy="0"/>
        </a:xfrm>
      </p:grpSpPr>
      <p:sp>
        <p:nvSpPr>
          <p:cNvPr id="4" name="Picture Placeholder 3"/>
          <p:cNvSpPr>
            <a:spLocks noGrp="1"/>
          </p:cNvSpPr>
          <p:nvPr>
            <p:ph type="pic" sz="quarter" idx="13" hasCustomPrompt="1"/>
          </p:nvPr>
        </p:nvSpPr>
        <p:spPr>
          <a:xfrm>
            <a:off x="0" y="1524000"/>
            <a:ext cx="12192000" cy="4572000"/>
          </a:xfrm>
          <a:prstGeom prst="rect">
            <a:avLst/>
          </a:prstGeom>
        </p:spPr>
        <p:txBody>
          <a:bodyPr vert="horz" anchor="ctr"/>
          <a:lstStyle>
            <a:lvl1pPr marL="0" indent="0" algn="ctr">
              <a:buNone/>
              <a:defRPr>
                <a:solidFill>
                  <a:schemeClr val="tx2"/>
                </a:solidFill>
              </a:defRPr>
            </a:lvl1pPr>
          </a:lstStyle>
          <a:p>
            <a:r>
              <a:rPr lang="en-US" dirty="0"/>
              <a:t>Insert media here</a:t>
            </a:r>
          </a:p>
        </p:txBody>
      </p:sp>
      <p:sp>
        <p:nvSpPr>
          <p:cNvPr id="10" name="Title 1">
            <a:extLst>
              <a:ext uri="{FF2B5EF4-FFF2-40B4-BE49-F238E27FC236}">
                <a16:creationId xmlns:a16="http://schemas.microsoft.com/office/drawing/2014/main" id="{F7701FDA-857B-4B97-A1E3-A1B888D9CB7E}"/>
              </a:ext>
            </a:extLst>
          </p:cNvPr>
          <p:cNvSpPr>
            <a:spLocks noGrp="1"/>
          </p:cNvSpPr>
          <p:nvPr>
            <p:ph type="title"/>
          </p:nvPr>
        </p:nvSpPr>
        <p:spPr>
          <a:xfrm>
            <a:off x="512065" y="365760"/>
            <a:ext cx="11176583" cy="1060704"/>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E76CC38F-9F2A-422F-979B-8828A725FA85}"/>
              </a:ext>
            </a:extLst>
          </p:cNvPr>
          <p:cNvSpPr>
            <a:spLocks noGrp="1"/>
          </p:cNvSpPr>
          <p:nvPr>
            <p:ph type="dt" sz="half" idx="14"/>
          </p:nvPr>
        </p:nvSpPr>
        <p:spPr/>
        <p:txBody>
          <a:bodyPr/>
          <a:lstStyle/>
          <a:p>
            <a:fld id="{F39F43E6-C7FE-42CA-859E-4E383B87859B}" type="datetime1">
              <a:rPr lang="en-US" smtClean="0"/>
              <a:t>7/14/2020</a:t>
            </a:fld>
            <a:endParaRPr lang="en-US"/>
          </a:p>
        </p:txBody>
      </p:sp>
      <p:sp>
        <p:nvSpPr>
          <p:cNvPr id="6" name="Slide Number Placeholder 5">
            <a:extLst>
              <a:ext uri="{FF2B5EF4-FFF2-40B4-BE49-F238E27FC236}">
                <a16:creationId xmlns:a16="http://schemas.microsoft.com/office/drawing/2014/main" id="{24DDFD90-6BB1-437F-9F87-F0EE11D6B0F0}"/>
              </a:ext>
            </a:extLst>
          </p:cNvPr>
          <p:cNvSpPr>
            <a:spLocks noGrp="1"/>
          </p:cNvSpPr>
          <p:nvPr>
            <p:ph type="sldNum" sz="quarter" idx="16"/>
          </p:nvPr>
        </p:nvSpPr>
        <p:spPr/>
        <p:txBody>
          <a:bodyPr/>
          <a:lstStyle/>
          <a:p>
            <a:fld id="{276352D4-1032-49E4-AB68-F7C321A9C807}" type="slidenum">
              <a:rPr lang="en-US" smtClean="0"/>
              <a:t>‹#›</a:t>
            </a:fld>
            <a:endParaRPr lang="en-US"/>
          </a:p>
        </p:txBody>
      </p:sp>
      <p:cxnSp>
        <p:nvCxnSpPr>
          <p:cNvPr id="9" name="Straight Connector 8">
            <a:extLst>
              <a:ext uri="{FF2B5EF4-FFF2-40B4-BE49-F238E27FC236}">
                <a16:creationId xmlns:a16="http://schemas.microsoft.com/office/drawing/2014/main" id="{26E7E8EB-BBE8-401F-8C15-7A754DD1C2CB}"/>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11" name="Footer Placeholder 6">
            <a:extLst>
              <a:ext uri="{FF2B5EF4-FFF2-40B4-BE49-F238E27FC236}">
                <a16:creationId xmlns:a16="http://schemas.microsoft.com/office/drawing/2014/main" id="{54A08E0D-E690-A34B-A0BB-B8794438F9AE}"/>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23315240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Media &amp; Tex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6205728" y="365762"/>
            <a:ext cx="5486400" cy="5730239"/>
          </a:xfrm>
        </p:spPr>
        <p:txBody>
          <a:bodyPr/>
          <a:lstStyle>
            <a:lvl1pPr>
              <a:defRPr>
                <a:solidFill>
                  <a:schemeClr val="tx2"/>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Media Placeholder 15">
            <a:extLst>
              <a:ext uri="{FF2B5EF4-FFF2-40B4-BE49-F238E27FC236}">
                <a16:creationId xmlns:a16="http://schemas.microsoft.com/office/drawing/2014/main" id="{CEB5CA12-0E7C-45C9-92C9-E64DA0065752}"/>
              </a:ext>
            </a:extLst>
          </p:cNvPr>
          <p:cNvSpPr>
            <a:spLocks noGrp="1"/>
          </p:cNvSpPr>
          <p:nvPr>
            <p:ph type="media" sz="quarter" idx="17" hasCustomPrompt="1"/>
          </p:nvPr>
        </p:nvSpPr>
        <p:spPr>
          <a:xfrm>
            <a:off x="0" y="0"/>
            <a:ext cx="5998464" cy="6096000"/>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dirty="0"/>
              <a:t>Insert media here</a:t>
            </a:r>
          </a:p>
        </p:txBody>
      </p:sp>
      <p:sp>
        <p:nvSpPr>
          <p:cNvPr id="2" name="Date Placeholder 1">
            <a:extLst>
              <a:ext uri="{FF2B5EF4-FFF2-40B4-BE49-F238E27FC236}">
                <a16:creationId xmlns:a16="http://schemas.microsoft.com/office/drawing/2014/main" id="{D9F91859-85A6-4652-BB50-DE18F40DAE17}"/>
              </a:ext>
            </a:extLst>
          </p:cNvPr>
          <p:cNvSpPr>
            <a:spLocks noGrp="1"/>
          </p:cNvSpPr>
          <p:nvPr>
            <p:ph type="dt" sz="half" idx="18"/>
          </p:nvPr>
        </p:nvSpPr>
        <p:spPr/>
        <p:txBody>
          <a:bodyPr/>
          <a:lstStyle/>
          <a:p>
            <a:fld id="{7AD9A26B-1CAF-4BC4-9FA9-F0CB36A8E203}" type="datetime1">
              <a:rPr lang="en-US" smtClean="0"/>
              <a:t>7/14/2020</a:t>
            </a:fld>
            <a:endParaRPr lang="en-US"/>
          </a:p>
        </p:txBody>
      </p:sp>
      <p:sp>
        <p:nvSpPr>
          <p:cNvPr id="5" name="Slide Number Placeholder 4">
            <a:extLst>
              <a:ext uri="{FF2B5EF4-FFF2-40B4-BE49-F238E27FC236}">
                <a16:creationId xmlns:a16="http://schemas.microsoft.com/office/drawing/2014/main" id="{DEF677D8-5DFC-45CA-854E-7E2FDF7D4794}"/>
              </a:ext>
            </a:extLst>
          </p:cNvPr>
          <p:cNvSpPr>
            <a:spLocks noGrp="1"/>
          </p:cNvSpPr>
          <p:nvPr>
            <p:ph type="sldNum" sz="quarter" idx="20"/>
          </p:nvPr>
        </p:nvSpPr>
        <p:spPr/>
        <p:txBody>
          <a:bodyPr/>
          <a:lstStyle/>
          <a:p>
            <a:fld id="{276352D4-1032-49E4-AB68-F7C321A9C807}" type="slidenum">
              <a:rPr lang="en-US" smtClean="0"/>
              <a:t>‹#›</a:t>
            </a:fld>
            <a:endParaRPr lang="en-US"/>
          </a:p>
        </p:txBody>
      </p:sp>
      <p:cxnSp>
        <p:nvCxnSpPr>
          <p:cNvPr id="11" name="Straight Connector 10">
            <a:extLst>
              <a:ext uri="{FF2B5EF4-FFF2-40B4-BE49-F238E27FC236}">
                <a16:creationId xmlns:a16="http://schemas.microsoft.com/office/drawing/2014/main" id="{FB6A4D1D-419D-453A-9A35-9EF2960602A8}"/>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9" name="Footer Placeholder 6">
            <a:extLst>
              <a:ext uri="{FF2B5EF4-FFF2-40B4-BE49-F238E27FC236}">
                <a16:creationId xmlns:a16="http://schemas.microsoft.com/office/drawing/2014/main" id="{72FDEBDC-DC26-5042-BA16-E75DDE31037F}"/>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1395861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Image &amp; Tex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6205728" y="324816"/>
            <a:ext cx="5486400" cy="5730237"/>
          </a:xfrm>
        </p:spPr>
        <p:txBody>
          <a:bodyPr/>
          <a:lstStyle>
            <a:lvl1pPr>
              <a:defRPr>
                <a:solidFill>
                  <a:schemeClr val="tx2"/>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2">
            <a:extLst>
              <a:ext uri="{FF2B5EF4-FFF2-40B4-BE49-F238E27FC236}">
                <a16:creationId xmlns:a16="http://schemas.microsoft.com/office/drawing/2014/main" id="{A8E3F330-9F76-4B2D-936C-BA1660611058}"/>
              </a:ext>
            </a:extLst>
          </p:cNvPr>
          <p:cNvSpPr>
            <a:spLocks noGrp="1"/>
          </p:cNvSpPr>
          <p:nvPr>
            <p:ph type="pic" sz="quarter" idx="14" hasCustomPrompt="1"/>
          </p:nvPr>
        </p:nvSpPr>
        <p:spPr>
          <a:xfrm>
            <a:off x="1" y="0"/>
            <a:ext cx="5998633" cy="6096000"/>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dirty="0"/>
              <a:t>Drag picture to placeholder or click icon to add</a:t>
            </a:r>
          </a:p>
        </p:txBody>
      </p:sp>
      <p:sp>
        <p:nvSpPr>
          <p:cNvPr id="2" name="Date Placeholder 1">
            <a:extLst>
              <a:ext uri="{FF2B5EF4-FFF2-40B4-BE49-F238E27FC236}">
                <a16:creationId xmlns:a16="http://schemas.microsoft.com/office/drawing/2014/main" id="{FCC1D49F-49AB-492E-AADA-3FDC394DFDFE}"/>
              </a:ext>
            </a:extLst>
          </p:cNvPr>
          <p:cNvSpPr>
            <a:spLocks noGrp="1"/>
          </p:cNvSpPr>
          <p:nvPr>
            <p:ph type="dt" sz="half" idx="15"/>
          </p:nvPr>
        </p:nvSpPr>
        <p:spPr/>
        <p:txBody>
          <a:bodyPr/>
          <a:lstStyle/>
          <a:p>
            <a:fld id="{D9955BD9-9F9F-4BE3-9E8F-5845F8252A2B}" type="datetime1">
              <a:rPr lang="en-US" smtClean="0"/>
              <a:t>7/14/2020</a:t>
            </a:fld>
            <a:endParaRPr lang="en-US"/>
          </a:p>
        </p:txBody>
      </p:sp>
      <p:sp>
        <p:nvSpPr>
          <p:cNvPr id="6" name="Slide Number Placeholder 5">
            <a:extLst>
              <a:ext uri="{FF2B5EF4-FFF2-40B4-BE49-F238E27FC236}">
                <a16:creationId xmlns:a16="http://schemas.microsoft.com/office/drawing/2014/main" id="{B80EC04C-1500-45F6-8042-1CE988757A42}"/>
              </a:ext>
            </a:extLst>
          </p:cNvPr>
          <p:cNvSpPr>
            <a:spLocks noGrp="1"/>
          </p:cNvSpPr>
          <p:nvPr>
            <p:ph type="sldNum" sz="quarter" idx="17"/>
          </p:nvPr>
        </p:nvSpPr>
        <p:spPr/>
        <p:txBody>
          <a:bodyPr/>
          <a:lstStyle/>
          <a:p>
            <a:fld id="{276352D4-1032-49E4-AB68-F7C321A9C807}" type="slidenum">
              <a:rPr lang="en-US" smtClean="0"/>
              <a:t>‹#›</a:t>
            </a:fld>
            <a:endParaRPr lang="en-US"/>
          </a:p>
        </p:txBody>
      </p:sp>
      <p:cxnSp>
        <p:nvCxnSpPr>
          <p:cNvPr id="10" name="Straight Connector 9">
            <a:extLst>
              <a:ext uri="{FF2B5EF4-FFF2-40B4-BE49-F238E27FC236}">
                <a16:creationId xmlns:a16="http://schemas.microsoft.com/office/drawing/2014/main" id="{092DAA9B-CFA7-4AA1-B116-CD98263A7298}"/>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B0FBDCD-BEEF-402D-8FD6-B67C618D6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black">
          <a:xfrm>
            <a:off x="9139926" y="6364225"/>
            <a:ext cx="2545508" cy="288649"/>
          </a:xfrm>
          <a:prstGeom prst="rect">
            <a:avLst/>
          </a:prstGeom>
        </p:spPr>
      </p:pic>
      <p:sp>
        <p:nvSpPr>
          <p:cNvPr id="11" name="Footer Placeholder 6">
            <a:extLst>
              <a:ext uri="{FF2B5EF4-FFF2-40B4-BE49-F238E27FC236}">
                <a16:creationId xmlns:a16="http://schemas.microsoft.com/office/drawing/2014/main" id="{2AB45BA1-86D5-9646-8EAB-32F862AA44DD}"/>
              </a:ext>
            </a:extLst>
          </p:cNvPr>
          <p:cNvSpPr>
            <a:spLocks noGrp="1"/>
          </p:cNvSpPr>
          <p:nvPr>
            <p:ph type="ftr" sz="quarter" idx="11"/>
          </p:nvPr>
        </p:nvSpPr>
        <p:spPr>
          <a:xfrm>
            <a:off x="853440" y="6400800"/>
            <a:ext cx="6096000" cy="207264"/>
          </a:xfrm>
        </p:spPr>
        <p:txBody>
          <a:bodyPr/>
          <a:lstStyle/>
          <a:p>
            <a:r>
              <a:rPr lang="en-US" smtClean="0"/>
              <a:t>© 2020 Cognizant</a:t>
            </a:r>
            <a:endParaRPr lang="en-US" dirty="0"/>
          </a:p>
        </p:txBody>
      </p:sp>
    </p:spTree>
    <p:extLst>
      <p:ext uri="{BB962C8B-B14F-4D97-AF65-F5344CB8AC3E}">
        <p14:creationId xmlns:p14="http://schemas.microsoft.com/office/powerpoint/2010/main" val="22151794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9D512A5-02AD-4CE7-95D7-2098ED248CD3}"/>
              </a:ext>
            </a:extLst>
          </p:cNvPr>
          <p:cNvPicPr>
            <a:picLocks noChangeAspect="1"/>
          </p:cNvPicPr>
          <p:nvPr/>
        </p:nvPicPr>
        <p:blipFill>
          <a:blip r:embed="rId2"/>
          <a:stretch>
            <a:fillRect/>
          </a:stretch>
        </p:blipFill>
        <p:spPr>
          <a:xfrm>
            <a:off x="1" y="7968"/>
            <a:ext cx="12177836" cy="6850033"/>
          </a:xfrm>
          <a:prstGeom prst="rect">
            <a:avLst/>
          </a:prstGeom>
        </p:spPr>
      </p:pic>
      <p:sp>
        <p:nvSpPr>
          <p:cNvPr id="2" name="Title 1"/>
          <p:cNvSpPr>
            <a:spLocks noGrp="1"/>
          </p:cNvSpPr>
          <p:nvPr>
            <p:ph type="title" hasCustomPrompt="1"/>
          </p:nvPr>
        </p:nvSpPr>
        <p:spPr>
          <a:xfrm>
            <a:off x="816864" y="2438400"/>
            <a:ext cx="10363200" cy="438912"/>
          </a:xfrm>
        </p:spPr>
        <p:txBody>
          <a:bodyPr anchor="b" anchorCtr="0">
            <a:noAutofit/>
          </a:bodyPr>
          <a:lstStyle>
            <a:lvl1pPr>
              <a:defRPr sz="4267">
                <a:solidFill>
                  <a:schemeClr val="tx1"/>
                </a:solidFill>
              </a:defRPr>
            </a:lvl1pPr>
          </a:lstStyle>
          <a:p>
            <a:r>
              <a:rPr lang="en-US" dirty="0"/>
              <a:t>Thank you</a:t>
            </a:r>
          </a:p>
        </p:txBody>
      </p:sp>
      <p:sp>
        <p:nvSpPr>
          <p:cNvPr id="8" name="Text Placeholder 7"/>
          <p:cNvSpPr>
            <a:spLocks noGrp="1"/>
          </p:cNvSpPr>
          <p:nvPr>
            <p:ph type="body" sz="quarter" idx="10" hasCustomPrompt="1"/>
          </p:nvPr>
        </p:nvSpPr>
        <p:spPr>
          <a:xfrm>
            <a:off x="816864" y="3255264"/>
            <a:ext cx="10363200" cy="841248"/>
          </a:xfrm>
          <a:prstGeom prst="rect">
            <a:avLst/>
          </a:prstGeom>
        </p:spPr>
        <p:txBody>
          <a:bodyPr vert="horz">
            <a:normAutofit/>
          </a:bodyPr>
          <a:lstStyle>
            <a:lvl1pPr marL="0" indent="0">
              <a:buNone/>
              <a:defRPr sz="2667">
                <a:solidFill>
                  <a:schemeClr val="tx1"/>
                </a:solidFill>
              </a:defRPr>
            </a:lvl1pPr>
            <a:lvl2pPr marL="0" indent="0">
              <a:buNone/>
              <a:defRPr sz="2667">
                <a:solidFill>
                  <a:schemeClr val="tx1"/>
                </a:solidFill>
              </a:defRPr>
            </a:lvl2pPr>
            <a:lvl3pPr marL="0" indent="0">
              <a:buNone/>
              <a:defRPr sz="2667">
                <a:solidFill>
                  <a:schemeClr val="tx1"/>
                </a:solidFill>
              </a:defRPr>
            </a:lvl3pPr>
            <a:lvl4pPr marL="0" indent="0">
              <a:buNone/>
              <a:defRPr sz="2667">
                <a:solidFill>
                  <a:schemeClr val="tx1"/>
                </a:solidFill>
              </a:defRPr>
            </a:lvl4pPr>
            <a:lvl5pPr marL="0" indent="0">
              <a:buNone/>
              <a:defRPr sz="2667">
                <a:solidFill>
                  <a:schemeClr val="tx1"/>
                </a:solidFill>
              </a:defRPr>
            </a:lvl5pPr>
            <a:lvl6pPr marL="0" indent="0">
              <a:buNone/>
              <a:defRPr sz="2667">
                <a:solidFill>
                  <a:schemeClr val="tx1"/>
                </a:solidFill>
              </a:defRPr>
            </a:lvl6pPr>
            <a:lvl7pPr marL="0" indent="0">
              <a:buNone/>
              <a:defRPr sz="2667">
                <a:solidFill>
                  <a:schemeClr val="tx1"/>
                </a:solidFill>
              </a:defRPr>
            </a:lvl7pPr>
            <a:lvl8pPr marL="0" indent="0">
              <a:buNone/>
              <a:defRPr sz="2667">
                <a:solidFill>
                  <a:schemeClr val="tx1"/>
                </a:solidFill>
              </a:defRPr>
            </a:lvl8pPr>
            <a:lvl9pPr marL="0" indent="0">
              <a:buNone/>
              <a:defRPr sz="2667">
                <a:solidFill>
                  <a:schemeClr val="tx1"/>
                </a:solidFill>
              </a:defRPr>
            </a:lvl9pPr>
          </a:lstStyle>
          <a:p>
            <a:pPr lvl="0"/>
            <a:r>
              <a:rPr lang="en-US" dirty="0"/>
              <a:t>Name</a:t>
            </a:r>
            <a:br>
              <a:rPr lang="en-US" dirty="0"/>
            </a:br>
            <a:r>
              <a:rPr lang="en-US" dirty="0"/>
              <a:t>Email (optional)</a:t>
            </a:r>
          </a:p>
        </p:txBody>
      </p:sp>
      <p:sp>
        <p:nvSpPr>
          <p:cNvPr id="6" name="TextBox 5"/>
          <p:cNvSpPr txBox="1"/>
          <p:nvPr/>
        </p:nvSpPr>
        <p:spPr>
          <a:xfrm>
            <a:off x="4784203" y="-1296363"/>
            <a:ext cx="184731" cy="461665"/>
          </a:xfrm>
          <a:prstGeom prst="rect">
            <a:avLst/>
          </a:prstGeom>
          <a:noFill/>
        </p:spPr>
        <p:txBody>
          <a:bodyPr wrap="none" rtlCol="0">
            <a:spAutoFit/>
          </a:bodyPr>
          <a:lstStyle/>
          <a:p>
            <a:endParaRPr lang="en-US" sz="2400" dirty="0" err="1">
              <a:solidFill>
                <a:schemeClr val="tx2"/>
              </a:solidFill>
            </a:endParaRPr>
          </a:p>
        </p:txBody>
      </p:sp>
      <p:cxnSp>
        <p:nvCxnSpPr>
          <p:cNvPr id="11" name="Straight Connector 10">
            <a:extLst>
              <a:ext uri="{FF2B5EF4-FFF2-40B4-BE49-F238E27FC236}">
                <a16:creationId xmlns:a16="http://schemas.microsoft.com/office/drawing/2014/main" id="{8FFA5237-4D06-4CB8-B81D-E6E000044E96}"/>
              </a:ext>
            </a:extLst>
          </p:cNvPr>
          <p:cNvCxnSpPr>
            <a:cxnSpLocks/>
          </p:cNvCxnSpPr>
          <p:nvPr/>
        </p:nvCxnSpPr>
        <p:spPr>
          <a:xfrm>
            <a:off x="814851" y="3066288"/>
            <a:ext cx="2478245" cy="0"/>
          </a:xfrm>
          <a:prstGeom prst="line">
            <a:avLst/>
          </a:prstGeom>
          <a:ln>
            <a:solidFill>
              <a:srgbClr val="00A45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94BBC5B1-60EC-4841-A052-A7EA1047094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black">
          <a:xfrm>
            <a:off x="6466744" y="673073"/>
            <a:ext cx="5159273" cy="585039"/>
          </a:xfrm>
          <a:prstGeom prst="rect">
            <a:avLst/>
          </a:prstGeom>
        </p:spPr>
      </p:pic>
    </p:spTree>
    <p:extLst>
      <p:ext uri="{BB962C8B-B14F-4D97-AF65-F5344CB8AC3E}">
        <p14:creationId xmlns:p14="http://schemas.microsoft.com/office/powerpoint/2010/main" val="62128312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9947BC-C135-4AF9-80CB-7EC49EFAF7EE}"/>
              </a:ext>
            </a:extLst>
          </p:cNvPr>
          <p:cNvSpPr>
            <a:spLocks noGrp="1"/>
          </p:cNvSpPr>
          <p:nvPr>
            <p:ph type="title"/>
          </p:nvPr>
        </p:nvSpPr>
        <p:spPr>
          <a:xfrm>
            <a:off x="512064" y="365760"/>
            <a:ext cx="11180064" cy="1060704"/>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78C3981-E47F-4B94-A56D-1A8F4B3B3863}"/>
              </a:ext>
            </a:extLst>
          </p:cNvPr>
          <p:cNvSpPr>
            <a:spLocks noGrp="1"/>
          </p:cNvSpPr>
          <p:nvPr>
            <p:ph type="body" idx="1"/>
          </p:nvPr>
        </p:nvSpPr>
        <p:spPr>
          <a:xfrm>
            <a:off x="512064" y="1682496"/>
            <a:ext cx="11180064" cy="4425696"/>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417B5ED4-B674-4C32-9514-6C6A986BC37F}"/>
              </a:ext>
            </a:extLst>
          </p:cNvPr>
          <p:cNvSpPr>
            <a:spLocks noGrp="1"/>
          </p:cNvSpPr>
          <p:nvPr>
            <p:ph type="dt" sz="half" idx="2"/>
          </p:nvPr>
        </p:nvSpPr>
        <p:spPr>
          <a:xfrm>
            <a:off x="7315200" y="6400800"/>
            <a:ext cx="1219200" cy="207264"/>
          </a:xfrm>
          <a:prstGeom prst="rect">
            <a:avLst/>
          </a:prstGeom>
        </p:spPr>
        <p:txBody>
          <a:bodyPr vert="horz" lIns="0" tIns="0" rIns="0" bIns="0" rtlCol="0" anchor="ctr"/>
          <a:lstStyle>
            <a:lvl1pPr algn="r">
              <a:defRPr sz="1000">
                <a:solidFill>
                  <a:schemeClr val="tx1"/>
                </a:solidFill>
              </a:defRPr>
            </a:lvl1pPr>
          </a:lstStyle>
          <a:p>
            <a:fld id="{B4E41140-3ED5-4C57-9C5F-0374573F7769}" type="datetime1">
              <a:rPr lang="en-US" smtClean="0"/>
              <a:t>7/14/2020</a:t>
            </a:fld>
            <a:endParaRPr lang="en-US"/>
          </a:p>
        </p:txBody>
      </p:sp>
      <p:sp>
        <p:nvSpPr>
          <p:cNvPr id="9" name="Footer Placeholder 8">
            <a:extLst>
              <a:ext uri="{FF2B5EF4-FFF2-40B4-BE49-F238E27FC236}">
                <a16:creationId xmlns:a16="http://schemas.microsoft.com/office/drawing/2014/main" id="{AB68013F-8083-4869-B1B8-42E270F30CB8}"/>
              </a:ext>
            </a:extLst>
          </p:cNvPr>
          <p:cNvSpPr>
            <a:spLocks noGrp="1"/>
          </p:cNvSpPr>
          <p:nvPr>
            <p:ph type="ftr" sz="quarter" idx="3"/>
          </p:nvPr>
        </p:nvSpPr>
        <p:spPr>
          <a:xfrm>
            <a:off x="853440" y="6400800"/>
            <a:ext cx="6096000" cy="207264"/>
          </a:xfrm>
          <a:prstGeom prst="rect">
            <a:avLst/>
          </a:prstGeom>
        </p:spPr>
        <p:txBody>
          <a:bodyPr vert="horz" lIns="0" tIns="0" rIns="0" bIns="0" rtlCol="0" anchor="ctr"/>
          <a:lstStyle>
            <a:lvl1pPr algn="l">
              <a:defRPr sz="1000">
                <a:solidFill>
                  <a:schemeClr val="tx1"/>
                </a:solidFill>
              </a:defRPr>
            </a:lvl1pPr>
            <a:lvl2pPr marL="0" indent="0">
              <a:defRPr sz="1000"/>
            </a:lvl2pPr>
            <a:lvl3pPr marL="0" indent="0">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r>
              <a:rPr lang="en-US" smtClean="0"/>
              <a:t>© 2020 Cognizant</a:t>
            </a:r>
            <a:endParaRPr lang="en-US" dirty="0"/>
          </a:p>
        </p:txBody>
      </p:sp>
      <p:sp>
        <p:nvSpPr>
          <p:cNvPr id="10" name="Slide Number Placeholder 9">
            <a:extLst>
              <a:ext uri="{FF2B5EF4-FFF2-40B4-BE49-F238E27FC236}">
                <a16:creationId xmlns:a16="http://schemas.microsoft.com/office/drawing/2014/main" id="{42EC2F54-FE71-419F-B3E9-62861D2AA5EE}"/>
              </a:ext>
            </a:extLst>
          </p:cNvPr>
          <p:cNvSpPr>
            <a:spLocks noGrp="1"/>
          </p:cNvSpPr>
          <p:nvPr>
            <p:ph type="sldNum" sz="quarter" idx="4"/>
          </p:nvPr>
        </p:nvSpPr>
        <p:spPr>
          <a:xfrm>
            <a:off x="512064" y="6400800"/>
            <a:ext cx="304800" cy="207264"/>
          </a:xfrm>
          <a:prstGeom prst="rect">
            <a:avLst/>
          </a:prstGeom>
        </p:spPr>
        <p:txBody>
          <a:bodyPr vert="horz" lIns="0" tIns="0" rIns="0" bIns="0" rtlCol="0" anchor="ctr"/>
          <a:lstStyle>
            <a:lvl1pPr algn="l">
              <a:defRPr sz="1200" b="1">
                <a:solidFill>
                  <a:schemeClr val="accent6"/>
                </a:solidFill>
              </a:defRPr>
            </a:lvl1pPr>
          </a:lstStyle>
          <a:p>
            <a:fld id="{276352D4-1032-49E4-AB68-F7C321A9C807}" type="slidenum">
              <a:rPr lang="en-US" smtClean="0"/>
              <a:t>‹#›</a:t>
            </a:fld>
            <a:endParaRPr lang="en-US"/>
          </a:p>
        </p:txBody>
      </p:sp>
    </p:spTree>
    <p:extLst>
      <p:ext uri="{BB962C8B-B14F-4D97-AF65-F5344CB8AC3E}">
        <p14:creationId xmlns:p14="http://schemas.microsoft.com/office/powerpoint/2010/main" val="36038633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Lst>
  <p:hf hdr="0" dt="0"/>
  <p:txStyles>
    <p:titleStyle>
      <a:lvl1pPr algn="l" defTabSz="121917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1219170" rtl="0" eaLnBrk="1" latinLnBrk="0" hangingPunct="1">
        <a:lnSpc>
          <a:spcPct val="100000"/>
        </a:lnSpc>
        <a:spcBef>
          <a:spcPts val="800"/>
        </a:spcBef>
        <a:buFont typeface="Arial" panose="020B0604020202020204" pitchFamily="34" charset="0"/>
        <a:buNone/>
        <a:defRPr sz="2400" kern="1200">
          <a:solidFill>
            <a:schemeClr val="tx2"/>
          </a:solidFill>
          <a:latin typeface="Arial" panose="020B0604020202020204" pitchFamily="34" charset="0"/>
          <a:ea typeface="+mn-ea"/>
          <a:cs typeface="Arial" panose="020B0604020202020204" pitchFamily="34" charset="0"/>
        </a:defRPr>
      </a:lvl1pPr>
      <a:lvl2pPr marL="304792" indent="-304792" algn="l" defTabSz="1219170" rtl="0" eaLnBrk="1" latinLnBrk="0" hangingPunct="1">
        <a:lnSpc>
          <a:spcPct val="100000"/>
        </a:lnSpc>
        <a:spcBef>
          <a:spcPts val="800"/>
        </a:spcBef>
        <a:buClrTx/>
        <a:buSzPct val="125000"/>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609585" indent="-304792" algn="l" defTabSz="1219170" rtl="0" eaLnBrk="1" latinLnBrk="0" hangingPunct="1">
        <a:lnSpc>
          <a:spcPct val="100000"/>
        </a:lnSpc>
        <a:spcBef>
          <a:spcPts val="533"/>
        </a:spcBef>
        <a:buClrTx/>
        <a:buSzPct val="100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3pPr>
      <a:lvl4pPr marL="914377" indent="-304792" algn="l" defTabSz="1219170" rtl="0" eaLnBrk="1" latinLnBrk="0" hangingPunct="1">
        <a:lnSpc>
          <a:spcPct val="100000"/>
        </a:lnSpc>
        <a:spcBef>
          <a:spcPts val="533"/>
        </a:spcBef>
        <a:buClrTx/>
        <a:buSzPct val="100000"/>
        <a:buFont typeface="Courier New" panose="02070309020205020404" pitchFamily="49" charset="0"/>
        <a:buChar char="o"/>
        <a:defRPr sz="2133" kern="1200">
          <a:solidFill>
            <a:schemeClr val="tx2"/>
          </a:solidFill>
          <a:latin typeface="Arial" panose="020B0604020202020204" pitchFamily="34" charset="0"/>
          <a:ea typeface="+mn-ea"/>
          <a:cs typeface="Arial" panose="020B0604020202020204" pitchFamily="34" charset="0"/>
        </a:defRPr>
      </a:lvl4pPr>
      <a:lvl5pPr marL="1219170" indent="-304792" algn="l" defTabSz="1219170" rtl="0" eaLnBrk="1" latinLnBrk="0" hangingPunct="1">
        <a:lnSpc>
          <a:spcPct val="100000"/>
        </a:lnSpc>
        <a:spcBef>
          <a:spcPts val="533"/>
        </a:spcBef>
        <a:buClrTx/>
        <a:buSzPct val="100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5pPr>
      <a:lvl6pPr marL="1523962" indent="-304792" algn="l" defTabSz="1219170" rtl="0" eaLnBrk="1" latinLnBrk="0" hangingPunct="1">
        <a:lnSpc>
          <a:spcPct val="100000"/>
        </a:lnSpc>
        <a:spcBef>
          <a:spcPts val="533"/>
        </a:spcBef>
        <a:buClr>
          <a:schemeClr val="accent2"/>
        </a:buClr>
        <a:buSzPct val="125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6pPr>
      <a:lvl7pPr marL="1828754" indent="-304792" algn="l" defTabSz="1219170" rtl="0" eaLnBrk="1" latinLnBrk="0" hangingPunct="1">
        <a:lnSpc>
          <a:spcPct val="100000"/>
        </a:lnSpc>
        <a:spcBef>
          <a:spcPts val="533"/>
        </a:spcBef>
        <a:buClr>
          <a:schemeClr val="accent2"/>
        </a:buClr>
        <a:buSzPct val="90000"/>
        <a:buFont typeface="Arial" panose="020B0604020202020204" pitchFamily="34" charset="0"/>
        <a:buChar char="–"/>
        <a:defRPr sz="2133" kern="1200">
          <a:solidFill>
            <a:schemeClr val="tx2"/>
          </a:solidFill>
          <a:latin typeface="+mn-lt"/>
          <a:ea typeface="+mn-ea"/>
          <a:cs typeface="+mn-cs"/>
        </a:defRPr>
      </a:lvl7pPr>
      <a:lvl8pPr marL="2133547" indent="-304792" algn="l" defTabSz="1219170" rtl="0" eaLnBrk="1" latinLnBrk="0" hangingPunct="1">
        <a:lnSpc>
          <a:spcPct val="100000"/>
        </a:lnSpc>
        <a:spcBef>
          <a:spcPts val="533"/>
        </a:spcBef>
        <a:buClr>
          <a:schemeClr val="accent2"/>
        </a:buClr>
        <a:buSzPct val="90000"/>
        <a:buFont typeface="Courier New" panose="02070309020205020404" pitchFamily="49" charset="0"/>
        <a:buChar char="o"/>
        <a:defRPr sz="2133" kern="1200">
          <a:solidFill>
            <a:schemeClr val="tx2"/>
          </a:solidFill>
          <a:latin typeface="+mn-lt"/>
          <a:ea typeface="+mn-ea"/>
          <a:cs typeface="+mn-cs"/>
        </a:defRPr>
      </a:lvl8pPr>
      <a:lvl9pPr marL="2133547" indent="-304792" algn="l" defTabSz="1219170" rtl="0" eaLnBrk="1" latinLnBrk="0" hangingPunct="1">
        <a:lnSpc>
          <a:spcPct val="100000"/>
        </a:lnSpc>
        <a:spcBef>
          <a:spcPts val="533"/>
        </a:spcBef>
        <a:buClrTx/>
        <a:buSzPct val="90000"/>
        <a:buFont typeface="Courier New" panose="02070309020205020404" pitchFamily="49" charset="0"/>
        <a:buChar char="o"/>
        <a:defRPr sz="2133" kern="1200">
          <a:solidFill>
            <a:schemeClr val="tx2"/>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066994"/>
            <a:ext cx="11249891" cy="664797"/>
          </a:xfrm>
        </p:spPr>
        <p:txBody>
          <a:bodyPr/>
          <a:lstStyle/>
          <a:p>
            <a:r>
              <a:rPr lang="en-US" sz="4800" dirty="0" smtClean="0"/>
              <a:t>CDE </a:t>
            </a:r>
            <a:r>
              <a:rPr lang="en-US" sz="4800" smtClean="0"/>
              <a:t>Project </a:t>
            </a:r>
            <a:r>
              <a:rPr lang="en-US" sz="4800" smtClean="0"/>
              <a:t>– </a:t>
            </a:r>
            <a:r>
              <a:rPr lang="en-US" sz="4800" dirty="0" err="1" smtClean="0"/>
              <a:t>DotNet</a:t>
            </a:r>
            <a:r>
              <a:rPr lang="en-US" sz="4800" dirty="0" smtClean="0"/>
              <a:t> </a:t>
            </a:r>
            <a:endParaRPr lang="en-US" sz="3600" dirty="0"/>
          </a:p>
        </p:txBody>
      </p:sp>
      <p:sp>
        <p:nvSpPr>
          <p:cNvPr id="4" name="Footer Placeholder 3"/>
          <p:cNvSpPr>
            <a:spLocks noGrp="1"/>
          </p:cNvSpPr>
          <p:nvPr>
            <p:ph type="ftr" sz="quarter" idx="11"/>
          </p:nvPr>
        </p:nvSpPr>
        <p:spPr/>
        <p:txBody>
          <a:bodyPr/>
          <a:lstStyle/>
          <a:p>
            <a:r>
              <a:rPr lang="en-US" dirty="0" smtClean="0"/>
              <a:t>© 2020 Cognizant</a:t>
            </a:r>
            <a:endParaRPr lang="en-US" dirty="0"/>
          </a:p>
        </p:txBody>
      </p:sp>
      <p:sp>
        <p:nvSpPr>
          <p:cNvPr id="5" name="Title 1"/>
          <p:cNvSpPr txBox="1">
            <a:spLocks/>
          </p:cNvSpPr>
          <p:nvPr/>
        </p:nvSpPr>
        <p:spPr bwMode="white">
          <a:xfrm>
            <a:off x="609600" y="4100281"/>
            <a:ext cx="11180064" cy="594549"/>
          </a:xfrm>
          <a:prstGeom prst="rect">
            <a:avLst/>
          </a:prstGeom>
        </p:spPr>
        <p:txBody>
          <a:bodyPr vert="horz" lIns="0" tIns="0" rIns="0" bIns="0" rtlCol="0" anchor="b" anchorCtr="0">
            <a:normAutofit/>
          </a:bodyPr>
          <a:lstStyle>
            <a:lvl1pPr algn="l" defTabSz="1219170" rtl="0" eaLnBrk="1" latinLnBrk="0" hangingPunct="1">
              <a:lnSpc>
                <a:spcPct val="90000"/>
              </a:lnSpc>
              <a:spcBef>
                <a:spcPct val="0"/>
              </a:spcBef>
              <a:buNone/>
              <a:defRPr sz="5067" kern="1200">
                <a:solidFill>
                  <a:schemeClr val="bg1"/>
                </a:solidFill>
                <a:latin typeface="Arial" panose="020B0604020202020204" pitchFamily="34" charset="0"/>
                <a:ea typeface="+mj-ea"/>
                <a:cs typeface="Arial" panose="020B0604020202020204" pitchFamily="34" charset="0"/>
              </a:defRPr>
            </a:lvl1pPr>
          </a:lstStyle>
          <a:p>
            <a:r>
              <a:rPr lang="en-US" sz="3200" b="1" dirty="0" smtClean="0"/>
              <a:t>Design Considerations</a:t>
            </a:r>
            <a:endParaRPr lang="en-US" sz="3200" dirty="0" smtClean="0"/>
          </a:p>
        </p:txBody>
      </p:sp>
    </p:spTree>
    <p:extLst>
      <p:ext uri="{BB962C8B-B14F-4D97-AF65-F5344CB8AC3E}">
        <p14:creationId xmlns:p14="http://schemas.microsoft.com/office/powerpoint/2010/main" val="42416661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Technology - </a:t>
            </a:r>
            <a:r>
              <a:rPr lang="en-US" dirty="0" err="1" smtClean="0"/>
              <a:t>Dotnet</a:t>
            </a:r>
            <a:endParaRPr lang="en-US" dirty="0"/>
          </a:p>
        </p:txBody>
      </p:sp>
      <p:sp>
        <p:nvSpPr>
          <p:cNvPr id="3" name="Content Placeholder 2"/>
          <p:cNvSpPr>
            <a:spLocks noGrp="1"/>
          </p:cNvSpPr>
          <p:nvPr>
            <p:ph idx="1"/>
          </p:nvPr>
        </p:nvSpPr>
        <p:spPr>
          <a:xfrm>
            <a:off x="512064" y="915257"/>
            <a:ext cx="11180064" cy="4425696"/>
          </a:xfrm>
        </p:spPr>
        <p:txBody>
          <a:bodyPr>
            <a:normAutofit fontScale="92500" lnSpcReduction="10000"/>
          </a:bodyPr>
          <a:lstStyle/>
          <a:p>
            <a:pPr marL="342900" indent="-342900">
              <a:buFont typeface="Arial" panose="020B0604020202020204" pitchFamily="34" charset="0"/>
              <a:buChar char="•"/>
            </a:pPr>
            <a:r>
              <a:rPr lang="en-US" dirty="0" smtClean="0"/>
              <a:t>C#</a:t>
            </a:r>
          </a:p>
          <a:p>
            <a:pPr marL="342900" indent="-342900">
              <a:buFont typeface="Arial" panose="020B0604020202020204" pitchFamily="34" charset="0"/>
              <a:buChar char="•"/>
            </a:pPr>
            <a:r>
              <a:rPr lang="en-US" dirty="0" smtClean="0"/>
              <a:t>SQL Server</a:t>
            </a:r>
          </a:p>
          <a:p>
            <a:pPr marL="342900" indent="-342900">
              <a:buFont typeface="Arial" panose="020B0604020202020204" pitchFamily="34" charset="0"/>
              <a:buChar char="•"/>
            </a:pPr>
            <a:r>
              <a:rPr lang="en-US" dirty="0" smtClean="0"/>
              <a:t>Entity </a:t>
            </a:r>
            <a:r>
              <a:rPr lang="en-US" dirty="0" smtClean="0"/>
              <a:t>Framework</a:t>
            </a:r>
            <a:endParaRPr lang="en-US" dirty="0" smtClean="0"/>
          </a:p>
          <a:p>
            <a:pPr marL="342900" indent="-342900">
              <a:buFont typeface="Arial" panose="020B0604020202020204" pitchFamily="34" charset="0"/>
              <a:buChar char="•"/>
            </a:pPr>
            <a:r>
              <a:rPr lang="en-US" dirty="0" smtClean="0"/>
              <a:t>ASP .NET MVC Core</a:t>
            </a:r>
            <a:endParaRPr lang="en-US" dirty="0" smtClean="0"/>
          </a:p>
          <a:p>
            <a:pPr marL="342900" indent="-342900">
              <a:buFont typeface="Arial" panose="020B0604020202020204" pitchFamily="34" charset="0"/>
              <a:buChar char="•"/>
            </a:pPr>
            <a:r>
              <a:rPr lang="en-US" dirty="0" smtClean="0"/>
              <a:t>Web </a:t>
            </a:r>
            <a:r>
              <a:rPr lang="en-US" dirty="0" smtClean="0"/>
              <a:t>API</a:t>
            </a:r>
            <a:endParaRPr lang="en-US" dirty="0"/>
          </a:p>
          <a:p>
            <a:pPr marL="342900" indent="-342900">
              <a:buFont typeface="Arial" panose="020B0604020202020204" pitchFamily="34" charset="0"/>
              <a:buChar char="•"/>
            </a:pPr>
            <a:r>
              <a:rPr lang="en-US" dirty="0" smtClean="0"/>
              <a:t>Azure</a:t>
            </a:r>
          </a:p>
          <a:p>
            <a:pPr marL="647692" lvl="1" indent="-342900"/>
            <a:r>
              <a:rPr lang="en-US" dirty="0" smtClean="0"/>
              <a:t>DevOps project</a:t>
            </a:r>
          </a:p>
          <a:p>
            <a:pPr marL="647692" lvl="1" indent="-342900"/>
            <a:r>
              <a:rPr lang="en-US" dirty="0" smtClean="0"/>
              <a:t>Container registry for </a:t>
            </a:r>
            <a:r>
              <a:rPr lang="en-US" dirty="0" err="1" smtClean="0"/>
              <a:t>Dockerization</a:t>
            </a:r>
            <a:endParaRPr lang="en-US" dirty="0" smtClean="0"/>
          </a:p>
          <a:p>
            <a:pPr marL="647692" lvl="1" indent="-342900"/>
            <a:r>
              <a:rPr lang="en-US" dirty="0" smtClean="0"/>
              <a:t>Azure Kubernetes service</a:t>
            </a:r>
          </a:p>
          <a:p>
            <a:pPr marL="647692" lvl="1" indent="-342900"/>
            <a:r>
              <a:rPr lang="en-US" dirty="0" err="1" smtClean="0"/>
              <a:t>AppInsights</a:t>
            </a:r>
            <a:endParaRPr lang="en-US" dirty="0" smtClean="0"/>
          </a:p>
          <a:p>
            <a:pPr marL="342900" indent="-342900">
              <a:buFont typeface="Arial" panose="020B0604020202020204" pitchFamily="34" charset="0"/>
              <a:buChar char="•"/>
            </a:pPr>
            <a:r>
              <a:rPr lang="en-US" dirty="0" err="1" smtClean="0"/>
              <a:t>Nunit</a:t>
            </a:r>
            <a:r>
              <a:rPr lang="en-US" dirty="0" smtClean="0"/>
              <a:t>, </a:t>
            </a:r>
            <a:r>
              <a:rPr lang="en-US" dirty="0" err="1" smtClean="0"/>
              <a:t>Moq</a:t>
            </a:r>
            <a:endParaRPr lang="en-US" dirty="0" smtClean="0"/>
          </a:p>
          <a:p>
            <a:pPr marL="647692" lvl="1" indent="-342900"/>
            <a:endParaRPr lang="en-US" dirty="0" smtClean="0"/>
          </a:p>
        </p:txBody>
      </p:sp>
      <p:sp>
        <p:nvSpPr>
          <p:cNvPr id="4" name="Footer Placeholder 3"/>
          <p:cNvSpPr>
            <a:spLocks noGrp="1"/>
          </p:cNvSpPr>
          <p:nvPr>
            <p:ph type="ftr" sz="quarter" idx="11"/>
          </p:nvPr>
        </p:nvSpPr>
        <p:spPr/>
        <p:txBody>
          <a:bodyPr/>
          <a:lstStyle/>
          <a:p>
            <a:r>
              <a:rPr lang="en-US" smtClean="0"/>
              <a:t>© 2020 Cognizant</a:t>
            </a:r>
            <a:endParaRPr lang="en-US" dirty="0"/>
          </a:p>
        </p:txBody>
      </p:sp>
      <p:sp>
        <p:nvSpPr>
          <p:cNvPr id="5" name="Slide Number Placeholder 4"/>
          <p:cNvSpPr>
            <a:spLocks noGrp="1"/>
          </p:cNvSpPr>
          <p:nvPr>
            <p:ph type="sldNum" sz="quarter" idx="12"/>
          </p:nvPr>
        </p:nvSpPr>
        <p:spPr/>
        <p:txBody>
          <a:bodyPr/>
          <a:lstStyle/>
          <a:p>
            <a:fld id="{276352D4-1032-49E4-AB68-F7C321A9C807}" type="slidenum">
              <a:rPr lang="en-US" smtClean="0"/>
              <a:t>2</a:t>
            </a:fld>
            <a:endParaRPr lang="en-US"/>
          </a:p>
        </p:txBody>
      </p:sp>
    </p:spTree>
    <p:extLst>
      <p:ext uri="{BB962C8B-B14F-4D97-AF65-F5344CB8AC3E}">
        <p14:creationId xmlns:p14="http://schemas.microsoft.com/office/powerpoint/2010/main" val="1705107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Considerations </a:t>
            </a:r>
            <a:r>
              <a:rPr lang="en-US" dirty="0" smtClean="0"/>
              <a:t>– </a:t>
            </a:r>
            <a:r>
              <a:rPr lang="en-US" dirty="0" err="1" smtClean="0"/>
              <a:t>DotNet</a:t>
            </a:r>
            <a:r>
              <a:rPr lang="en-US" dirty="0"/>
              <a:t> </a:t>
            </a:r>
            <a:r>
              <a:rPr lang="en-US" dirty="0" smtClean="0"/>
              <a:t>: REST Service</a:t>
            </a:r>
            <a:endParaRPr lang="en-US" dirty="0"/>
          </a:p>
        </p:txBody>
      </p:sp>
      <p:sp>
        <p:nvSpPr>
          <p:cNvPr id="4" name="Footer Placeholder 3"/>
          <p:cNvSpPr>
            <a:spLocks noGrp="1"/>
          </p:cNvSpPr>
          <p:nvPr>
            <p:ph type="ftr" sz="quarter" idx="11"/>
          </p:nvPr>
        </p:nvSpPr>
        <p:spPr/>
        <p:txBody>
          <a:bodyPr/>
          <a:lstStyle/>
          <a:p>
            <a:r>
              <a:rPr lang="en-US" smtClean="0"/>
              <a:t>© 2020 Cognizant</a:t>
            </a:r>
            <a:endParaRPr lang="en-US" dirty="0"/>
          </a:p>
        </p:txBody>
      </p:sp>
      <p:sp>
        <p:nvSpPr>
          <p:cNvPr id="5" name="Slide Number Placeholder 4"/>
          <p:cNvSpPr>
            <a:spLocks noGrp="1"/>
          </p:cNvSpPr>
          <p:nvPr>
            <p:ph type="sldNum" sz="quarter" idx="12"/>
          </p:nvPr>
        </p:nvSpPr>
        <p:spPr/>
        <p:txBody>
          <a:bodyPr/>
          <a:lstStyle/>
          <a:p>
            <a:fld id="{276352D4-1032-49E4-AB68-F7C321A9C807}" type="slidenum">
              <a:rPr lang="en-US" smtClean="0"/>
              <a:t>3</a:t>
            </a:fld>
            <a:endParaRPr lang="en-US"/>
          </a:p>
        </p:txBody>
      </p:sp>
      <p:sp>
        <p:nvSpPr>
          <p:cNvPr id="6" name="Content Placeholder 5"/>
          <p:cNvSpPr txBox="1">
            <a:spLocks noGrp="1"/>
          </p:cNvSpPr>
          <p:nvPr>
            <p:ph idx="1"/>
          </p:nvPr>
        </p:nvSpPr>
        <p:spPr>
          <a:xfrm>
            <a:off x="512064" y="1168712"/>
            <a:ext cx="11180064" cy="4698722"/>
          </a:xfrm>
          <a:prstGeom prst="rect">
            <a:avLst/>
          </a:prstGeom>
        </p:spPr>
        <p:txBody>
          <a:bodyPr wrap="square" lIns="0" tIns="0" rIns="0" bIns="0" rtlCol="0">
            <a:spAutoFit/>
          </a:bodyPr>
          <a:lstStyle/>
          <a:p>
            <a:pPr marL="342900" indent="-342900" algn="l">
              <a:buFont typeface="Arial" panose="020B0604020202020204" pitchFamily="34" charset="0"/>
              <a:buChar char="•"/>
            </a:pPr>
            <a:r>
              <a:rPr lang="en-US" sz="1800" dirty="0" smtClean="0">
                <a:solidFill>
                  <a:schemeClr val="tx2"/>
                </a:solidFill>
              </a:rPr>
              <a:t>There must be minimum of 2 </a:t>
            </a:r>
            <a:r>
              <a:rPr lang="en-US" sz="1800" dirty="0" smtClean="0"/>
              <a:t>REST </a:t>
            </a:r>
            <a:r>
              <a:rPr lang="en-US" sz="1800" dirty="0" smtClean="0"/>
              <a:t>Services(thru </a:t>
            </a:r>
            <a:r>
              <a:rPr lang="en-US" sz="1800" dirty="0" err="1" smtClean="0"/>
              <a:t>WebApi</a:t>
            </a:r>
            <a:r>
              <a:rPr lang="en-US" sz="1800" dirty="0" smtClean="0"/>
              <a:t>) </a:t>
            </a:r>
            <a:r>
              <a:rPr lang="en-US" sz="1800" dirty="0" smtClean="0"/>
              <a:t>exposing various functionalities through REST end </a:t>
            </a:r>
            <a:r>
              <a:rPr lang="en-US" sz="1800" dirty="0" smtClean="0"/>
              <a:t>points.</a:t>
            </a:r>
          </a:p>
          <a:p>
            <a:pPr marL="342900" indent="-342900" algn="l">
              <a:buFont typeface="Arial" panose="020B0604020202020204" pitchFamily="34" charset="0"/>
              <a:buChar char="•"/>
            </a:pPr>
            <a:r>
              <a:rPr lang="en-US" sz="1800" dirty="0" smtClean="0">
                <a:solidFill>
                  <a:schemeClr val="tx2"/>
                </a:solidFill>
              </a:rPr>
              <a:t>The REST service should receive simple input, perform logical operation on the data and return data in JSON format. DB involvement is not necessary as Azure deployment will be done without SQL involvement.</a:t>
            </a:r>
          </a:p>
          <a:p>
            <a:pPr marL="342900" indent="-342900" algn="l">
              <a:buFont typeface="Arial" panose="020B0604020202020204" pitchFamily="34" charset="0"/>
              <a:buChar char="•"/>
            </a:pPr>
            <a:r>
              <a:rPr lang="en-US" sz="1800" dirty="0" smtClean="0"/>
              <a:t>REST service can be uploaded onto github.com to be pulled onto Azure.</a:t>
            </a:r>
            <a:endParaRPr lang="en-US" sz="1800" dirty="0" smtClean="0">
              <a:solidFill>
                <a:schemeClr val="tx2"/>
              </a:solidFill>
            </a:endParaRPr>
          </a:p>
          <a:p>
            <a:pPr marL="342900" indent="-342900" algn="l">
              <a:buFont typeface="Arial" panose="020B0604020202020204" pitchFamily="34" charset="0"/>
              <a:buChar char="•"/>
            </a:pPr>
            <a:r>
              <a:rPr lang="en-US" sz="1800" dirty="0" smtClean="0">
                <a:solidFill>
                  <a:schemeClr val="tx2"/>
                </a:solidFill>
              </a:rPr>
              <a:t>REST service should be deployed onto Azure with very simple </a:t>
            </a:r>
            <a:r>
              <a:rPr lang="en-US" sz="1800" dirty="0" err="1" smtClean="0">
                <a:solidFill>
                  <a:schemeClr val="tx2"/>
                </a:solidFill>
              </a:rPr>
              <a:t>Dockerization</a:t>
            </a:r>
            <a:r>
              <a:rPr lang="en-US" sz="1800" dirty="0" smtClean="0">
                <a:solidFill>
                  <a:schemeClr val="tx2"/>
                </a:solidFill>
              </a:rPr>
              <a:t> and Azure Kubernetes involvement using DevOps project template.</a:t>
            </a:r>
          </a:p>
          <a:p>
            <a:pPr marL="647692" lvl="1" indent="-342900"/>
            <a:r>
              <a:rPr lang="en-US" sz="1800" dirty="0" smtClean="0"/>
              <a:t>Azure Container Registry(ACR) to be created to store the REST service application image.</a:t>
            </a:r>
            <a:endParaRPr lang="en-US" sz="1800" dirty="0" smtClean="0">
              <a:solidFill>
                <a:schemeClr val="tx2"/>
              </a:solidFill>
            </a:endParaRPr>
          </a:p>
          <a:p>
            <a:pPr marL="647692" lvl="1" indent="-342900"/>
            <a:r>
              <a:rPr lang="en-US" sz="1800" dirty="0" smtClean="0"/>
              <a:t>Both the services should be deployed onto the same Azure Kubernetes cluster, using the </a:t>
            </a:r>
            <a:r>
              <a:rPr lang="en-US" sz="1800" dirty="0" err="1" smtClean="0"/>
              <a:t>docker</a:t>
            </a:r>
            <a:r>
              <a:rPr lang="en-US" sz="1800" dirty="0" smtClean="0"/>
              <a:t> image stored in ACR</a:t>
            </a:r>
          </a:p>
          <a:p>
            <a:pPr marL="647692" lvl="1" indent="-342900"/>
            <a:r>
              <a:rPr lang="en-US" sz="1800" dirty="0" smtClean="0"/>
              <a:t>Kubernetes will automatically take care of Micro-service architecture</a:t>
            </a:r>
            <a:endParaRPr lang="en-US" sz="1800" dirty="0" smtClean="0">
              <a:solidFill>
                <a:schemeClr val="tx2"/>
              </a:solidFill>
            </a:endParaRPr>
          </a:p>
          <a:p>
            <a:pPr marL="342900" indent="-342900">
              <a:buFont typeface="Arial" panose="020B0604020202020204" pitchFamily="34" charset="0"/>
              <a:buChar char="•"/>
            </a:pPr>
            <a:r>
              <a:rPr lang="en-US" sz="1800" dirty="0" smtClean="0"/>
              <a:t>There must be communication between the services pointing to the </a:t>
            </a:r>
            <a:r>
              <a:rPr lang="en-US" sz="1800" dirty="0" err="1" smtClean="0"/>
              <a:t>Api</a:t>
            </a:r>
            <a:r>
              <a:rPr lang="en-US" sz="1800" dirty="0" smtClean="0"/>
              <a:t> name deployed on the cluster.</a:t>
            </a:r>
          </a:p>
          <a:p>
            <a:pPr marL="342900" indent="-342900">
              <a:buFont typeface="Arial" panose="020B0604020202020204" pitchFamily="34" charset="0"/>
              <a:buChar char="•"/>
            </a:pPr>
            <a:r>
              <a:rPr lang="en-US" sz="1800" dirty="0"/>
              <a:t>REST service</a:t>
            </a:r>
            <a:r>
              <a:rPr lang="en-US" sz="1800" dirty="0" smtClean="0"/>
              <a:t> local testing </a:t>
            </a:r>
            <a:r>
              <a:rPr lang="en-US" sz="1800" dirty="0"/>
              <a:t>to be done using </a:t>
            </a:r>
            <a:r>
              <a:rPr lang="en-US" sz="1800" dirty="0" smtClean="0"/>
              <a:t>POSTMAN</a:t>
            </a:r>
            <a:endParaRPr lang="en-US" sz="1800" dirty="0"/>
          </a:p>
        </p:txBody>
      </p:sp>
    </p:spTree>
    <p:extLst>
      <p:ext uri="{BB962C8B-B14F-4D97-AF65-F5344CB8AC3E}">
        <p14:creationId xmlns:p14="http://schemas.microsoft.com/office/powerpoint/2010/main" val="39309841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Considerations </a:t>
            </a:r>
            <a:r>
              <a:rPr lang="en-US" dirty="0" smtClean="0"/>
              <a:t>– </a:t>
            </a:r>
            <a:r>
              <a:rPr lang="en-US" dirty="0" err="1" smtClean="0"/>
              <a:t>DotNet</a:t>
            </a:r>
            <a:r>
              <a:rPr lang="en-US" dirty="0" smtClean="0"/>
              <a:t> : Invoking application</a:t>
            </a:r>
            <a:endParaRPr lang="en-US" dirty="0"/>
          </a:p>
        </p:txBody>
      </p:sp>
      <p:sp>
        <p:nvSpPr>
          <p:cNvPr id="4" name="Footer Placeholder 3"/>
          <p:cNvSpPr>
            <a:spLocks noGrp="1"/>
          </p:cNvSpPr>
          <p:nvPr>
            <p:ph type="ftr" sz="quarter" idx="11"/>
          </p:nvPr>
        </p:nvSpPr>
        <p:spPr/>
        <p:txBody>
          <a:bodyPr/>
          <a:lstStyle/>
          <a:p>
            <a:r>
              <a:rPr lang="en-US" smtClean="0"/>
              <a:t>© 2020 Cognizant</a:t>
            </a:r>
            <a:endParaRPr lang="en-US" dirty="0"/>
          </a:p>
        </p:txBody>
      </p:sp>
      <p:sp>
        <p:nvSpPr>
          <p:cNvPr id="5" name="Slide Number Placeholder 4"/>
          <p:cNvSpPr>
            <a:spLocks noGrp="1"/>
          </p:cNvSpPr>
          <p:nvPr>
            <p:ph type="sldNum" sz="quarter" idx="12"/>
          </p:nvPr>
        </p:nvSpPr>
        <p:spPr/>
        <p:txBody>
          <a:bodyPr/>
          <a:lstStyle/>
          <a:p>
            <a:fld id="{276352D4-1032-49E4-AB68-F7C321A9C807}" type="slidenum">
              <a:rPr lang="en-US" smtClean="0"/>
              <a:t>4</a:t>
            </a:fld>
            <a:endParaRPr lang="en-US"/>
          </a:p>
        </p:txBody>
      </p:sp>
      <p:sp>
        <p:nvSpPr>
          <p:cNvPr id="6" name="Content Placeholder 5"/>
          <p:cNvSpPr txBox="1">
            <a:spLocks noGrp="1"/>
          </p:cNvSpPr>
          <p:nvPr>
            <p:ph idx="1"/>
          </p:nvPr>
        </p:nvSpPr>
        <p:spPr>
          <a:xfrm>
            <a:off x="512064" y="1286280"/>
            <a:ext cx="11180064" cy="4247317"/>
          </a:xfrm>
          <a:prstGeom prst="rect">
            <a:avLst/>
          </a:prstGeom>
        </p:spPr>
        <p:txBody>
          <a:bodyPr wrap="square" lIns="0" tIns="0" rIns="0" bIns="0" rtlCol="0">
            <a:spAutoFit/>
          </a:bodyPr>
          <a:lstStyle/>
          <a:p>
            <a:pPr marL="342900" indent="-342900">
              <a:buFont typeface="Arial" panose="020B0604020202020204" pitchFamily="34" charset="0"/>
              <a:buChar char="•"/>
            </a:pPr>
            <a:r>
              <a:rPr lang="en-US" sz="1800" dirty="0" smtClean="0">
                <a:solidFill>
                  <a:schemeClr val="tx2"/>
                </a:solidFill>
              </a:rPr>
              <a:t>Front-end application can be an </a:t>
            </a:r>
            <a:r>
              <a:rPr lang="en-US" sz="1800" dirty="0" err="1" smtClean="0">
                <a:solidFill>
                  <a:schemeClr val="tx2"/>
                </a:solidFill>
              </a:rPr>
              <a:t>ASP.Net</a:t>
            </a:r>
            <a:r>
              <a:rPr lang="en-US" sz="1800" dirty="0" smtClean="0">
                <a:solidFill>
                  <a:schemeClr val="tx2"/>
                </a:solidFill>
              </a:rPr>
              <a:t> MVC core application, that invokes the REST service, to send the input data, get the processed data and save it to the DB using Entity Framework</a:t>
            </a:r>
          </a:p>
          <a:p>
            <a:pPr marL="342900" indent="-342900">
              <a:buFont typeface="Arial" panose="020B0604020202020204" pitchFamily="34" charset="0"/>
              <a:buChar char="•"/>
            </a:pPr>
            <a:r>
              <a:rPr lang="en-US" sz="1800" dirty="0"/>
              <a:t>Use </a:t>
            </a:r>
            <a:r>
              <a:rPr lang="en-US" sz="1800" dirty="0" err="1"/>
              <a:t>AppInsights</a:t>
            </a:r>
            <a:r>
              <a:rPr lang="en-US" sz="1800" dirty="0"/>
              <a:t> to log information and error</a:t>
            </a:r>
          </a:p>
          <a:p>
            <a:pPr marL="342900" indent="-342900" algn="l">
              <a:buFont typeface="Arial" panose="020B0604020202020204" pitchFamily="34" charset="0"/>
              <a:buChar char="•"/>
            </a:pPr>
            <a:r>
              <a:rPr lang="en-US" sz="1800" dirty="0" smtClean="0"/>
              <a:t>Use </a:t>
            </a:r>
            <a:r>
              <a:rPr lang="en-US" sz="1800" dirty="0" err="1" smtClean="0"/>
              <a:t>Nunit</a:t>
            </a:r>
            <a:r>
              <a:rPr lang="en-US" sz="1800" dirty="0" smtClean="0"/>
              <a:t>, </a:t>
            </a:r>
            <a:r>
              <a:rPr lang="en-US" sz="1800" dirty="0" err="1" smtClean="0"/>
              <a:t>Moq</a:t>
            </a:r>
            <a:r>
              <a:rPr lang="en-US" sz="1800" dirty="0" smtClean="0"/>
              <a:t> for </a:t>
            </a:r>
            <a:r>
              <a:rPr lang="en-US" sz="1800" dirty="0" smtClean="0"/>
              <a:t>unit </a:t>
            </a:r>
            <a:r>
              <a:rPr lang="en-US" sz="1800" dirty="0" smtClean="0"/>
              <a:t>testing</a:t>
            </a:r>
          </a:p>
          <a:p>
            <a:pPr marL="342900" indent="-342900" algn="l">
              <a:buFont typeface="Arial" panose="020B0604020202020204" pitchFamily="34" charset="0"/>
              <a:buChar char="•"/>
            </a:pPr>
            <a:endParaRPr lang="en-US" sz="1800" dirty="0"/>
          </a:p>
          <a:p>
            <a:pPr marL="342900" indent="-342900" algn="l">
              <a:buFont typeface="Arial" panose="020B0604020202020204" pitchFamily="34" charset="0"/>
              <a:buChar char="•"/>
            </a:pPr>
            <a:endParaRPr lang="en-US" sz="1800" dirty="0" smtClean="0"/>
          </a:p>
          <a:p>
            <a:pPr marL="342900" indent="-342900" algn="l">
              <a:buFont typeface="Arial" panose="020B0604020202020204" pitchFamily="34" charset="0"/>
              <a:buChar char="•"/>
            </a:pPr>
            <a:endParaRPr lang="en-US" sz="1800" dirty="0"/>
          </a:p>
          <a:p>
            <a:pPr marL="342900" indent="-342900" algn="l">
              <a:buFont typeface="Arial" panose="020B0604020202020204" pitchFamily="34" charset="0"/>
              <a:buChar char="•"/>
            </a:pPr>
            <a:endParaRPr lang="en-US" sz="1800" dirty="0" smtClean="0"/>
          </a:p>
          <a:p>
            <a:pPr marL="342900" indent="-342900" algn="l">
              <a:buFont typeface="Arial" panose="020B0604020202020204" pitchFamily="34" charset="0"/>
              <a:buChar char="•"/>
            </a:pPr>
            <a:endParaRPr lang="en-US" sz="1800" dirty="0"/>
          </a:p>
          <a:p>
            <a:pPr algn="l"/>
            <a:r>
              <a:rPr lang="en-US" sz="2000" b="1" u="sng" dirty="0" smtClean="0"/>
              <a:t>Note:</a:t>
            </a:r>
          </a:p>
          <a:p>
            <a:pPr algn="l"/>
            <a:r>
              <a:rPr lang="en-US" sz="1800" b="1" dirty="0" smtClean="0"/>
              <a:t>Request the requirement to contain the instruction to remove the </a:t>
            </a:r>
            <a:r>
              <a:rPr lang="en-US" sz="1800" b="1" dirty="0" err="1" smtClean="0"/>
              <a:t>AppService</a:t>
            </a:r>
            <a:r>
              <a:rPr lang="en-US" sz="1800" b="1" dirty="0" smtClean="0"/>
              <a:t>, </a:t>
            </a:r>
            <a:r>
              <a:rPr lang="en-US" sz="1800" b="1" dirty="0" err="1" smtClean="0"/>
              <a:t>AppService</a:t>
            </a:r>
            <a:r>
              <a:rPr lang="en-US" sz="1800" b="1" dirty="0" smtClean="0"/>
              <a:t> plan and its resource as that consumes a lot of Credit on the Azure account.</a:t>
            </a:r>
            <a:endParaRPr lang="en-US" sz="1800" b="1" dirty="0" smtClean="0"/>
          </a:p>
        </p:txBody>
      </p:sp>
    </p:spTree>
    <p:extLst>
      <p:ext uri="{BB962C8B-B14F-4D97-AF65-F5344CB8AC3E}">
        <p14:creationId xmlns:p14="http://schemas.microsoft.com/office/powerpoint/2010/main" val="2759232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Sample Problem Statement - </a:t>
            </a:r>
            <a:r>
              <a:rPr lang="en-US" dirty="0" err="1" smtClean="0"/>
              <a:t>Dotnet</a:t>
            </a:r>
            <a:endParaRPr lang="en-US" dirty="0"/>
          </a:p>
        </p:txBody>
      </p:sp>
      <p:sp>
        <p:nvSpPr>
          <p:cNvPr id="6" name="Content Placeholder 5"/>
          <p:cNvSpPr>
            <a:spLocks noGrp="1"/>
          </p:cNvSpPr>
          <p:nvPr>
            <p:ph idx="1"/>
          </p:nvPr>
        </p:nvSpPr>
        <p:spPr>
          <a:xfrm>
            <a:off x="512064" y="846161"/>
            <a:ext cx="11180064" cy="5377218"/>
          </a:xfrm>
        </p:spPr>
        <p:txBody>
          <a:bodyPr>
            <a:normAutofit/>
          </a:bodyPr>
          <a:lstStyle/>
          <a:p>
            <a:pPr marL="342900" indent="-342900">
              <a:buFont typeface="Arial" panose="020B0604020202020204" pitchFamily="34" charset="0"/>
              <a:buChar char="•"/>
            </a:pPr>
            <a:r>
              <a:rPr lang="en-US" dirty="0" smtClean="0"/>
              <a:t>A </a:t>
            </a:r>
            <a:r>
              <a:rPr lang="en-US" dirty="0" smtClean="0"/>
              <a:t>Healthcare Management Organization want to expose their business logic as REST end points so that these services can be consumed by other downstream applications independently.</a:t>
            </a:r>
          </a:p>
          <a:p>
            <a:pPr marL="342900" indent="-342900">
              <a:buFont typeface="Arial" panose="020B0604020202020204" pitchFamily="34" charset="0"/>
              <a:buChar char="•"/>
            </a:pPr>
            <a:r>
              <a:rPr lang="en-US" dirty="0" smtClean="0"/>
              <a:t>Sprint 1 REST Web services:</a:t>
            </a:r>
          </a:p>
          <a:p>
            <a:pPr marL="647692" lvl="1" indent="-342900"/>
            <a:r>
              <a:rPr lang="en-US" dirty="0" smtClean="0"/>
              <a:t>Claims</a:t>
            </a:r>
          </a:p>
          <a:p>
            <a:pPr marL="952485" lvl="2" indent="-342900"/>
            <a:r>
              <a:rPr lang="en-US" dirty="0" smtClean="0"/>
              <a:t>Entities: Member, Claim, Policy</a:t>
            </a:r>
          </a:p>
          <a:p>
            <a:pPr marL="647692" lvl="1" indent="-342900"/>
            <a:r>
              <a:rPr lang="en-US" dirty="0" smtClean="0"/>
              <a:t>Billing</a:t>
            </a:r>
          </a:p>
          <a:p>
            <a:pPr marL="952485" lvl="2" indent="-342900"/>
            <a:r>
              <a:rPr lang="en-US" dirty="0" smtClean="0"/>
              <a:t>Entities: Policy, Member, Product</a:t>
            </a:r>
          </a:p>
        </p:txBody>
      </p:sp>
      <p:sp>
        <p:nvSpPr>
          <p:cNvPr id="4" name="Footer Placeholder 3"/>
          <p:cNvSpPr>
            <a:spLocks noGrp="1"/>
          </p:cNvSpPr>
          <p:nvPr>
            <p:ph type="ftr" sz="quarter" idx="11"/>
          </p:nvPr>
        </p:nvSpPr>
        <p:spPr/>
        <p:txBody>
          <a:bodyPr/>
          <a:lstStyle/>
          <a:p>
            <a:r>
              <a:rPr lang="en-US" smtClean="0"/>
              <a:t>© 2020 Cognizant</a:t>
            </a:r>
            <a:endParaRPr lang="en-US" dirty="0"/>
          </a:p>
        </p:txBody>
      </p:sp>
    </p:spTree>
    <p:extLst>
      <p:ext uri="{BB962C8B-B14F-4D97-AF65-F5344CB8AC3E}">
        <p14:creationId xmlns:p14="http://schemas.microsoft.com/office/powerpoint/2010/main" val="13225773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12064" y="227099"/>
            <a:ext cx="11180064" cy="1060704"/>
          </a:xfrm>
        </p:spPr>
        <p:txBody>
          <a:bodyPr/>
          <a:lstStyle/>
          <a:p>
            <a:r>
              <a:rPr lang="en-US" dirty="0" smtClean="0"/>
              <a:t>Use cases - </a:t>
            </a:r>
            <a:r>
              <a:rPr lang="en-US" dirty="0" err="1" smtClean="0"/>
              <a:t>Dotnet</a:t>
            </a:r>
            <a:endParaRPr lang="en-US" dirty="0"/>
          </a:p>
        </p:txBody>
      </p:sp>
      <p:sp>
        <p:nvSpPr>
          <p:cNvPr id="6" name="Content Placeholder 5"/>
          <p:cNvSpPr>
            <a:spLocks noGrp="1"/>
          </p:cNvSpPr>
          <p:nvPr>
            <p:ph idx="1"/>
          </p:nvPr>
        </p:nvSpPr>
        <p:spPr>
          <a:xfrm>
            <a:off x="512064" y="846161"/>
            <a:ext cx="11180064" cy="5377218"/>
          </a:xfrm>
        </p:spPr>
        <p:txBody>
          <a:bodyPr>
            <a:normAutofit/>
          </a:bodyPr>
          <a:lstStyle/>
          <a:p>
            <a:pPr marL="342900" indent="-342900">
              <a:buFont typeface="Arial" panose="020B0604020202020204" pitchFamily="34" charset="0"/>
              <a:buChar char="•"/>
            </a:pPr>
            <a:r>
              <a:rPr lang="en-US" dirty="0" smtClean="0"/>
              <a:t>Claims</a:t>
            </a:r>
            <a:endParaRPr lang="en-US" dirty="0"/>
          </a:p>
          <a:p>
            <a:pPr marL="647692" lvl="1" indent="-342900">
              <a:buFont typeface="Courier New" panose="02070309020205020404" pitchFamily="49" charset="0"/>
              <a:buChar char="o"/>
            </a:pPr>
            <a:r>
              <a:rPr lang="en-US" sz="2000" dirty="0" smtClean="0"/>
              <a:t>Getting Claim Status of a Member</a:t>
            </a:r>
          </a:p>
          <a:p>
            <a:pPr marL="647692" lvl="1" indent="-342900">
              <a:buFont typeface="Courier New" panose="02070309020205020404" pitchFamily="49" charset="0"/>
              <a:buChar char="o"/>
            </a:pPr>
            <a:r>
              <a:rPr lang="en-US" sz="2000" dirty="0" smtClean="0"/>
              <a:t>Getting Claim Eligibility as per member subscription to policies</a:t>
            </a:r>
          </a:p>
          <a:p>
            <a:pPr marL="647692" lvl="1" indent="-342900">
              <a:buFont typeface="Courier New" panose="02070309020205020404" pitchFamily="49" charset="0"/>
              <a:buChar char="o"/>
            </a:pPr>
            <a:endParaRPr lang="en-US" dirty="0" smtClean="0"/>
          </a:p>
          <a:p>
            <a:pPr marL="342900" indent="-342900">
              <a:buFont typeface="Arial" panose="020B0604020202020204" pitchFamily="34" charset="0"/>
              <a:buChar char="•"/>
            </a:pPr>
            <a:r>
              <a:rPr lang="en-US" dirty="0"/>
              <a:t>Billing</a:t>
            </a:r>
          </a:p>
          <a:p>
            <a:pPr marL="647692" lvl="1" indent="-342900">
              <a:buFont typeface="Courier New" panose="02070309020205020404" pitchFamily="49" charset="0"/>
              <a:buChar char="o"/>
            </a:pPr>
            <a:r>
              <a:rPr lang="en-US" sz="2000" dirty="0" smtClean="0"/>
              <a:t>Get/Update Billing Insurance Premium for Members, per policy rules</a:t>
            </a:r>
          </a:p>
          <a:p>
            <a:pPr marL="647692" lvl="1" indent="-342900">
              <a:buFont typeface="Courier New" panose="02070309020205020404" pitchFamily="49" charset="0"/>
              <a:buChar char="o"/>
            </a:pPr>
            <a:r>
              <a:rPr lang="en-US" sz="2000" dirty="0" smtClean="0"/>
              <a:t>Revise Product Billing Criteria</a:t>
            </a:r>
          </a:p>
          <a:p>
            <a:pPr marL="647692" lvl="1" indent="-342900">
              <a:buFont typeface="Courier New" panose="02070309020205020404" pitchFamily="49" charset="0"/>
              <a:buChar char="o"/>
            </a:pPr>
            <a:r>
              <a:rPr lang="en-US" sz="2000" dirty="0" smtClean="0"/>
              <a:t>Analytics on most consumed product and the product benefits</a:t>
            </a:r>
          </a:p>
          <a:p>
            <a:pPr marL="647692" lvl="1" indent="-342900">
              <a:buFont typeface="Courier New" panose="02070309020205020404" pitchFamily="49" charset="0"/>
              <a:buChar char="o"/>
            </a:pPr>
            <a:endParaRPr lang="en-US" sz="2000" dirty="0"/>
          </a:p>
          <a:p>
            <a:pPr marL="342900" indent="-342900">
              <a:buFont typeface="Courier New" panose="02070309020205020404" pitchFamily="49" charset="0"/>
              <a:buChar char="o"/>
            </a:pPr>
            <a:endParaRPr lang="en-US" sz="2000" dirty="0" smtClean="0"/>
          </a:p>
        </p:txBody>
      </p:sp>
      <p:sp>
        <p:nvSpPr>
          <p:cNvPr id="4" name="Footer Placeholder 3"/>
          <p:cNvSpPr>
            <a:spLocks noGrp="1"/>
          </p:cNvSpPr>
          <p:nvPr>
            <p:ph type="ftr" sz="quarter" idx="11"/>
          </p:nvPr>
        </p:nvSpPr>
        <p:spPr/>
        <p:txBody>
          <a:bodyPr/>
          <a:lstStyle/>
          <a:p>
            <a:r>
              <a:rPr lang="en-US" smtClean="0"/>
              <a:t>© 2020 Cognizant</a:t>
            </a:r>
            <a:endParaRPr lang="en-US" dirty="0"/>
          </a:p>
        </p:txBody>
      </p:sp>
    </p:spTree>
    <p:extLst>
      <p:ext uri="{BB962C8B-B14F-4D97-AF65-F5344CB8AC3E}">
        <p14:creationId xmlns:p14="http://schemas.microsoft.com/office/powerpoint/2010/main" val="27847753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Thank you</a:t>
            </a:r>
          </a:p>
        </p:txBody>
      </p:sp>
    </p:spTree>
    <p:extLst>
      <p:ext uri="{BB962C8B-B14F-4D97-AF65-F5344CB8AC3E}">
        <p14:creationId xmlns:p14="http://schemas.microsoft.com/office/powerpoint/2010/main" val="4062123"/>
      </p:ext>
    </p:extLst>
  </p:cSld>
  <p:clrMapOvr>
    <a:masterClrMapping/>
  </p:clrMapOvr>
  <p:timing>
    <p:tnLst>
      <p:par>
        <p:cTn id="1" dur="indefinite" restart="never" nodeType="tmRoot"/>
      </p:par>
    </p:tnLst>
  </p:timing>
</p:sld>
</file>

<file path=ppt/theme/theme1.xml><?xml version="1.0" encoding="utf-8"?>
<a:theme xmlns:a="http://schemas.openxmlformats.org/drawingml/2006/main" name="Cognizant">
  <a:themeElements>
    <a:clrScheme name="Cognizant 180722">
      <a:dk1>
        <a:srgbClr val="0033A0"/>
      </a:dk1>
      <a:lt1>
        <a:srgbClr val="FFFFFF"/>
      </a:lt1>
      <a:dk2>
        <a:srgbClr val="000000"/>
      </a:dk2>
      <a:lt2>
        <a:srgbClr val="FFFFFF"/>
      </a:lt2>
      <a:accent1>
        <a:srgbClr val="0033B4"/>
      </a:accent1>
      <a:accent2>
        <a:srgbClr val="00195A"/>
      </a:accent2>
      <a:accent3>
        <a:srgbClr val="3871FF"/>
      </a:accent3>
      <a:accent4>
        <a:srgbClr val="7BA0FF"/>
      </a:accent4>
      <a:accent5>
        <a:srgbClr val="BDCFFF"/>
      </a:accent5>
      <a:accent6>
        <a:srgbClr val="00B140"/>
      </a:accent6>
      <a:hlink>
        <a:srgbClr val="0033B4"/>
      </a:hlink>
      <a:folHlink>
        <a:srgbClr val="7BA0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wrap="square" lIns="0" tIns="0" rIns="0" bIns="0" rtlCol="0">
        <a:spAutoFit/>
      </a:bodyPr>
      <a:lstStyle>
        <a:defPPr algn="l">
          <a:defRPr dirty="0" smtClean="0">
            <a:solidFill>
              <a:schemeClr val="tx2"/>
            </a:solidFill>
          </a:defRPr>
        </a:defPPr>
      </a:lstStyle>
    </a:txDef>
  </a:objectDefaults>
  <a:extraClrSchemeLst/>
  <a:extLst>
    <a:ext uri="{05A4C25C-085E-4340-85A3-A5531E510DB2}">
      <thm15:themeFamily xmlns:thm15="http://schemas.microsoft.com/office/thememl/2012/main" name="cog_PPT_16x9_v04-06" id="{07F9BE1E-0522-42D8-9333-DC19B728C440}" vid="{5949420C-BBAE-4883-A571-88D4306A1FA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15878961AB9BE48AE9C04900CC3020C" ma:contentTypeVersion="2" ma:contentTypeDescription="Create a new document." ma:contentTypeScope="" ma:versionID="c14559a7b0132efff62d6eb736091314">
  <xsd:schema xmlns:xsd="http://www.w3.org/2001/XMLSchema" xmlns:xs="http://www.w3.org/2001/XMLSchema" xmlns:p="http://schemas.microsoft.com/office/2006/metadata/properties" xmlns:ns2="a8bc00f7-1d96-4b6e-84c8-0b61c8ef56f0" targetNamespace="http://schemas.microsoft.com/office/2006/metadata/properties" ma:root="true" ma:fieldsID="4a139ed0679a13fe54c391a333dc4b09" ns2:_="">
    <xsd:import namespace="a8bc00f7-1d96-4b6e-84c8-0b61c8ef56f0"/>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bc00f7-1d96-4b6e-84c8-0b61c8ef56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415C5B5-EA91-4835-9B03-5CE0D5ACC1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bc00f7-1d96-4b6e-84c8-0b61c8ef56f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EC71FC6-CE47-4EC8-86D2-7E8FD1D5E872}">
  <ds:schemaRefs>
    <ds:schemaRef ds:uri="http://purl.org/dc/elements/1.1/"/>
    <ds:schemaRef ds:uri="http://purl.org/dc/dcmitype/"/>
    <ds:schemaRef ds:uri="http://schemas.microsoft.com/office/infopath/2007/PartnerControls"/>
    <ds:schemaRef ds:uri="http://schemas.microsoft.com/office/2006/documentManagement/types"/>
    <ds:schemaRef ds:uri="a8bc00f7-1d96-4b6e-84c8-0b61c8ef56f0"/>
    <ds:schemaRef ds:uri="http://schemas.microsoft.com/office/2006/metadata/properties"/>
    <ds:schemaRef ds:uri="http://schemas.openxmlformats.org/package/2006/metadata/core-properties"/>
    <ds:schemaRef ds:uri="http://www.w3.org/XML/1998/namespace"/>
    <ds:schemaRef ds:uri="http://purl.org/dc/terms/"/>
  </ds:schemaRefs>
</ds:datastoreItem>
</file>

<file path=customXml/itemProps3.xml><?xml version="1.0" encoding="utf-8"?>
<ds:datastoreItem xmlns:ds="http://schemas.openxmlformats.org/officeDocument/2006/customXml" ds:itemID="{CC429E43-080A-4530-8114-0202FE61883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Cognizant Academy PowerPoint Template</Template>
  <TotalTime>65757</TotalTime>
  <Words>408</Words>
  <Application>Microsoft Office PowerPoint</Application>
  <PresentationFormat>Widescreen</PresentationFormat>
  <Paragraphs>62</Paragraphs>
  <Slides>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Courier New</vt:lpstr>
      <vt:lpstr>Cognizant</vt:lpstr>
      <vt:lpstr>CDE Project – DotNet </vt:lpstr>
      <vt:lpstr>Technology - Dotnet</vt:lpstr>
      <vt:lpstr>Design Considerations – DotNet : REST Service</vt:lpstr>
      <vt:lpstr>Design Considerations – DotNet : Invoking application</vt:lpstr>
      <vt:lpstr>Sample Problem Statement - Dotnet</vt:lpstr>
      <vt:lpstr>Use cases - Dotnet</vt:lpstr>
      <vt:lpstr>Thank you</vt:lpstr>
    </vt:vector>
  </TitlesOfParts>
  <Company>Cognizant Technology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Mohseen, Hajira (Cognizant)</dc:creator>
  <cp:lastModifiedBy>Ramasubramanian, Seshadri (Cognizant)</cp:lastModifiedBy>
  <cp:revision>3630</cp:revision>
  <dcterms:created xsi:type="dcterms:W3CDTF">2018-11-12T04:57:11Z</dcterms:created>
  <dcterms:modified xsi:type="dcterms:W3CDTF">2020-07-14T10:00:18Z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0x010100415878961AB9BE48AE9C04900CC3020C</vt:lpwstr>
  </property>
</Properties>
</file>